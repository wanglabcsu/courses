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5"/>
  </p:notesMasterIdLst>
  <p:handoutMasterIdLst>
    <p:handoutMasterId r:id="rId53"/>
  </p:handoutMasterIdLst>
  <p:sldIdLst>
    <p:sldId id="2149" r:id="rId4"/>
    <p:sldId id="2150" r:id="rId6"/>
    <p:sldId id="2140" r:id="rId7"/>
    <p:sldId id="2918" r:id="rId8"/>
    <p:sldId id="2919" r:id="rId9"/>
    <p:sldId id="2920" r:id="rId10"/>
    <p:sldId id="2921" r:id="rId11"/>
    <p:sldId id="2922" r:id="rId12"/>
    <p:sldId id="2923" r:id="rId13"/>
    <p:sldId id="2924" r:id="rId14"/>
    <p:sldId id="2926" r:id="rId15"/>
    <p:sldId id="2929" r:id="rId16"/>
    <p:sldId id="2927" r:id="rId17"/>
    <p:sldId id="2928" r:id="rId18"/>
    <p:sldId id="2940" r:id="rId19"/>
    <p:sldId id="2941" r:id="rId20"/>
    <p:sldId id="2942" r:id="rId21"/>
    <p:sldId id="2943" r:id="rId22"/>
    <p:sldId id="2972" r:id="rId23"/>
    <p:sldId id="2944" r:id="rId24"/>
    <p:sldId id="2945" r:id="rId25"/>
    <p:sldId id="2946" r:id="rId26"/>
    <p:sldId id="2947" r:id="rId27"/>
    <p:sldId id="2948" r:id="rId28"/>
    <p:sldId id="2949" r:id="rId29"/>
    <p:sldId id="2950" r:id="rId30"/>
    <p:sldId id="2951" r:id="rId31"/>
    <p:sldId id="2952" r:id="rId32"/>
    <p:sldId id="2957" r:id="rId33"/>
    <p:sldId id="2958" r:id="rId34"/>
    <p:sldId id="2959" r:id="rId35"/>
    <p:sldId id="2960" r:id="rId36"/>
    <p:sldId id="2961" r:id="rId37"/>
    <p:sldId id="2962" r:id="rId38"/>
    <p:sldId id="2963" r:id="rId39"/>
    <p:sldId id="2953" r:id="rId40"/>
    <p:sldId id="2964" r:id="rId41"/>
    <p:sldId id="2965" r:id="rId42"/>
    <p:sldId id="2966" r:id="rId43"/>
    <p:sldId id="2967" r:id="rId44"/>
    <p:sldId id="2968" r:id="rId45"/>
    <p:sldId id="2969" r:id="rId46"/>
    <p:sldId id="2970" r:id="rId47"/>
    <p:sldId id="2954" r:id="rId48"/>
    <p:sldId id="2973" r:id="rId49"/>
    <p:sldId id="2955" r:id="rId50"/>
    <p:sldId id="2971" r:id="rId51"/>
    <p:sldId id="2868" r:id="rId52"/>
  </p:sldIdLst>
  <p:sldSz cx="9144000" cy="6858000" type="screen4x3"/>
  <p:notesSz cx="9144000" cy="6858000"/>
  <p:custDataLst>
    <p:tags r:id="rId57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346" userDrawn="1">
          <p15:clr>
            <a:srgbClr val="A4A3A4"/>
          </p15:clr>
        </p15:guide>
        <p15:guide id="2" pos="27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99"/>
    <a:srgbClr val="FFCCFF"/>
    <a:srgbClr val="FF99CC"/>
    <a:srgbClr val="66FF33"/>
    <a:srgbClr val="66FF66"/>
    <a:srgbClr val="FFFF66"/>
    <a:srgbClr val="FF3300"/>
    <a:srgbClr val="FF99F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62" autoAdjust="0"/>
    <p:restoredTop sz="87697" autoAdjust="0"/>
  </p:normalViewPr>
  <p:slideViewPr>
    <p:cSldViewPr showGuides="1">
      <p:cViewPr varScale="1">
        <p:scale>
          <a:sx n="137" d="100"/>
          <a:sy n="137" d="100"/>
        </p:scale>
        <p:origin x="1856" y="184"/>
      </p:cViewPr>
      <p:guideLst>
        <p:guide orient="horz" pos="2346"/>
        <p:guide pos="2793"/>
      </p:guideLst>
    </p:cSldViewPr>
  </p:slideViewPr>
  <p:outlineViewPr>
    <p:cViewPr>
      <p:scale>
        <a:sx n="33" d="100"/>
        <a:sy n="33" d="100"/>
      </p:scale>
      <p:origin x="0" y="-49926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6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7" Type="http://schemas.openxmlformats.org/officeDocument/2006/relationships/tags" Target="tags/tag295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5" Type="http://schemas.openxmlformats.org/officeDocument/2006/relationships/image" Target="../media/image94.png"/><Relationship Id="rId4" Type="http://schemas.openxmlformats.org/officeDocument/2006/relationships/image" Target="../media/image93.jpeg"/><Relationship Id="rId3" Type="http://schemas.openxmlformats.org/officeDocument/2006/relationships/image" Target="../media/image92.jpeg"/><Relationship Id="rId2" Type="http://schemas.openxmlformats.org/officeDocument/2006/relationships/image" Target="../media/image91.png"/><Relationship Id="rId1" Type="http://schemas.openxmlformats.org/officeDocument/2006/relationships/image" Target="../media/image90.GIF"/></Relationships>
</file>

<file path=ppt/diagrams/_rels/data2.xml.rels><?xml version="1.0" encoding="UTF-8" standalone="yes"?>
<Relationships xmlns="http://schemas.openxmlformats.org/package/2006/relationships"><Relationship Id="rId4" Type="http://schemas.openxmlformats.org/officeDocument/2006/relationships/image" Target="../media/image98.jpeg"/><Relationship Id="rId3" Type="http://schemas.openxmlformats.org/officeDocument/2006/relationships/image" Target="../media/image97.jpeg"/><Relationship Id="rId2" Type="http://schemas.openxmlformats.org/officeDocument/2006/relationships/image" Target="../media/image96.jpeg"/><Relationship Id="rId1" Type="http://schemas.openxmlformats.org/officeDocument/2006/relationships/image" Target="../media/image95.png"/></Relationships>
</file>

<file path=ppt/diagrams/_rels/data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png"/><Relationship Id="rId8" Type="http://schemas.openxmlformats.org/officeDocument/2006/relationships/image" Target="../media/image102.png"/><Relationship Id="rId7" Type="http://schemas.openxmlformats.org/officeDocument/2006/relationships/image" Target="../media/image101.png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hyperlink" Target="http://metascape.org/gp/index.html" TargetMode="External"/><Relationship Id="rId3" Type="http://schemas.openxmlformats.org/officeDocument/2006/relationships/hyperlink" Target="http://www.bioconductor.org/packages/release/bioc/html/clusterProfiler.html" TargetMode="External"/><Relationship Id="rId2" Type="http://schemas.openxmlformats.org/officeDocument/2006/relationships/hyperlink" Target="http://wego.genomics.org.cn/" TargetMode="External"/><Relationship Id="rId1" Type="http://schemas.openxmlformats.org/officeDocument/2006/relationships/hyperlink" Target="http://bioinfo.cau.edu.cn/agriGO/" TargetMode="External"/></Relationships>
</file>

<file path=ppt/diagrams/_rels/drawing1.xml.rels><?xml version="1.0" encoding="UTF-8" standalone="yes"?>
<Relationships xmlns="http://schemas.openxmlformats.org/package/2006/relationships"><Relationship Id="rId5" Type="http://schemas.openxmlformats.org/officeDocument/2006/relationships/image" Target="../media/image94.png"/><Relationship Id="rId4" Type="http://schemas.openxmlformats.org/officeDocument/2006/relationships/image" Target="../media/image93.jpeg"/><Relationship Id="rId3" Type="http://schemas.openxmlformats.org/officeDocument/2006/relationships/image" Target="../media/image92.jpeg"/><Relationship Id="rId2" Type="http://schemas.openxmlformats.org/officeDocument/2006/relationships/image" Target="../media/image91.png"/><Relationship Id="rId1" Type="http://schemas.openxmlformats.org/officeDocument/2006/relationships/image" Target="../media/image90.GIF"/></Relationships>
</file>

<file path=ppt/diagrams/_rels/drawing2.xml.rels><?xml version="1.0" encoding="UTF-8" standalone="yes"?>
<Relationships xmlns="http://schemas.openxmlformats.org/package/2006/relationships"><Relationship Id="rId4" Type="http://schemas.openxmlformats.org/officeDocument/2006/relationships/image" Target="../media/image98.jpeg"/><Relationship Id="rId3" Type="http://schemas.openxmlformats.org/officeDocument/2006/relationships/image" Target="../media/image97.jpeg"/><Relationship Id="rId2" Type="http://schemas.openxmlformats.org/officeDocument/2006/relationships/image" Target="../media/image96.jpeg"/><Relationship Id="rId1" Type="http://schemas.openxmlformats.org/officeDocument/2006/relationships/image" Target="../media/image95.png"/></Relationships>
</file>

<file path=ppt/diagrams/_rels/drawing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png"/><Relationship Id="rId8" Type="http://schemas.openxmlformats.org/officeDocument/2006/relationships/hyperlink" Target="http://metascape.org/gp/index.html" TargetMode="External"/><Relationship Id="rId7" Type="http://schemas.openxmlformats.org/officeDocument/2006/relationships/image" Target="../media/image102.png"/><Relationship Id="rId6" Type="http://schemas.openxmlformats.org/officeDocument/2006/relationships/hyperlink" Target="http://www.bioconductor.org/packages/release/bioc/html/clusterProfiler.html" TargetMode="External"/><Relationship Id="rId5" Type="http://schemas.openxmlformats.org/officeDocument/2006/relationships/image" Target="../media/image101.png"/><Relationship Id="rId4" Type="http://schemas.openxmlformats.org/officeDocument/2006/relationships/hyperlink" Target="http://wego.genomics.org.cn/" TargetMode="External"/><Relationship Id="rId3" Type="http://schemas.openxmlformats.org/officeDocument/2006/relationships/image" Target="../media/image100.png"/><Relationship Id="rId2" Type="http://schemas.openxmlformats.org/officeDocument/2006/relationships/hyperlink" Target="http://bioinfo.cau.edu.cn/agriGO/" TargetMode="External"/><Relationship Id="rId1" Type="http://schemas.openxmlformats.org/officeDocument/2006/relationships/image" Target="../media/image9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#2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1#1">
  <dgm:title val=""/>
  <dgm:desc val=""/>
  <dgm:catLst>
    <dgm:cat type="accent3" pri="11100"/>
  </dgm:catLst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#2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#3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5656BA-D347-457B-AE0A-6FAE28076A90}" type="doc">
      <dgm:prSet loTypeId="urn:microsoft.com/office/officeart/2005/8/layout/hProcess10#1" loCatId="process" qsTypeId="urn:microsoft.com/office/officeart/2005/8/quickstyle/simple3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B783C754-BF8B-47A0-967B-EBE4149EACDF}">
      <dgm:prSet phldrT="[文本]" custT="1"/>
      <dgm:spPr/>
      <dgm:t>
        <a:bodyPr/>
        <a:lstStyle/>
        <a:p>
          <a:r>
            <a:rPr lang="en-US" altLang="zh-CN" sz="1200" dirty="0">
              <a:latin typeface="Arial" panose="020B0604020202090204" pitchFamily="34" charset="0"/>
              <a:cs typeface="Arial" panose="020B0604020202090204" pitchFamily="34" charset="0"/>
            </a:rPr>
            <a:t>Experiment-based</a:t>
          </a:r>
          <a:endParaRPr lang="zh-CN" altLang="en-US" sz="1200" dirty="0">
            <a:latin typeface="Arial" panose="020B0604020202090204" pitchFamily="34" charset="0"/>
            <a:cs typeface="Arial" panose="020B0604020202090204" pitchFamily="34" charset="0"/>
          </a:endParaRPr>
        </a:p>
      </dgm:t>
    </dgm:pt>
    <dgm:pt modelId="{7C459808-8DFC-47FB-98F3-F36A7676C5A0}" cxnId="{5D0A727E-343C-4D03-8D7F-5E2109C191EA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AC9C5316-3617-40D3-968B-EE4C09DA676A}" cxnId="{5D0A727E-343C-4D03-8D7F-5E2109C191EA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9D7EA839-158D-413A-A250-2CB0209A1EB9}">
      <dgm:prSet phldrT="[文本]" custT="1"/>
      <dgm:spPr/>
      <dgm:t>
        <a:bodyPr/>
        <a:lstStyle/>
        <a:p>
          <a:r>
            <a:rPr lang="en-US" altLang="en-US" sz="1200" dirty="0">
              <a:latin typeface="Arial" panose="020B0604020202090204" pitchFamily="34" charset="0"/>
              <a:cs typeface="Arial" panose="020B0604020202090204" pitchFamily="34" charset="0"/>
            </a:rPr>
            <a:t>Northern blot</a:t>
          </a:r>
          <a:endParaRPr lang="zh-CN" altLang="en-US" sz="1200" dirty="0">
            <a:latin typeface="Arial" panose="020B0604020202090204" pitchFamily="34" charset="0"/>
            <a:cs typeface="Arial" panose="020B0604020202090204" pitchFamily="34" charset="0"/>
          </a:endParaRPr>
        </a:p>
      </dgm:t>
    </dgm:pt>
    <dgm:pt modelId="{AA893881-71EB-4B95-A839-AD2BD8B5299E}" cxnId="{E3BA90FF-4402-4921-8ABB-C55AFEC0E6E9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523D865A-09E4-42FC-B6FF-D534875CA2C0}" cxnId="{E3BA90FF-4402-4921-8ABB-C55AFEC0E6E9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09932516-CA70-410F-8954-DD8AEB62BC76}">
      <dgm:prSet phldrT="[文本]"/>
      <dgm:spPr/>
      <dgm:t>
        <a:bodyPr/>
        <a:lstStyle/>
        <a:p>
          <a:r>
            <a:rPr lang="fr-FR" altLang="zh-CN" sz="1300">
              <a:latin typeface="Arial" panose="020B0604020202090204" pitchFamily="34" charset="0"/>
              <a:cs typeface="Arial" panose="020B0604020202090204" pitchFamily="34" charset="0"/>
            </a:rPr>
            <a:t>RT-PCR</a:t>
          </a:r>
          <a:endParaRPr lang="zh-CN" altLang="en-US" sz="1300" dirty="0">
            <a:latin typeface="Arial" panose="020B0604020202090204" pitchFamily="34" charset="0"/>
            <a:cs typeface="Arial" panose="020B0604020202090204" pitchFamily="34" charset="0"/>
          </a:endParaRPr>
        </a:p>
      </dgm:t>
    </dgm:pt>
    <dgm:pt modelId="{F2CA402E-EBD6-49ED-8C9D-041BCAD28313}" cxnId="{8B6E9240-A220-4402-820E-14C291555D84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A7B8646E-C1BC-49E6-8DF5-1E63C2380605}" cxnId="{8B6E9240-A220-4402-820E-14C291555D84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FEAE5110-59C0-4835-ADAC-C20F4B17E912}">
      <dgm:prSet phldrT="[文本]" custT="1"/>
      <dgm:spPr/>
      <dgm:t>
        <a:bodyPr/>
        <a:lstStyle/>
        <a:p>
          <a:r>
            <a:rPr lang="en-US" altLang="en-US" sz="1200" dirty="0">
              <a:latin typeface="Arial" panose="020B0604020202090204" pitchFamily="34" charset="0"/>
              <a:cs typeface="Arial" panose="020B0604020202090204" pitchFamily="34" charset="0"/>
            </a:rPr>
            <a:t>Hybridization-based</a:t>
          </a:r>
          <a:endParaRPr lang="zh-CN" altLang="en-US" sz="1200" dirty="0">
            <a:latin typeface="Arial" panose="020B0604020202090204" pitchFamily="34" charset="0"/>
            <a:cs typeface="Arial" panose="020B0604020202090204" pitchFamily="34" charset="0"/>
          </a:endParaRPr>
        </a:p>
      </dgm:t>
    </dgm:pt>
    <dgm:pt modelId="{B0ED926E-7C50-4851-A539-A2EBC07C339B}" cxnId="{630E8CAD-9E93-439D-BE55-ED4D8CCFAFB2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08561E8B-0C0D-481B-BECF-D41C675F50A2}" cxnId="{630E8CAD-9E93-439D-BE55-ED4D8CCFAFB2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A23F4451-A587-4BAD-A9F6-0178FD01635F}">
      <dgm:prSet phldrT="[文本]"/>
      <dgm:spPr/>
      <dgm:t>
        <a:bodyPr/>
        <a:lstStyle/>
        <a:p>
          <a:r>
            <a:rPr lang="en-US" altLang="en-US" sz="1300" dirty="0">
              <a:latin typeface="Arial" panose="020B0604020202090204" pitchFamily="34" charset="0"/>
              <a:cs typeface="Arial" panose="020B0604020202090204" pitchFamily="34" charset="0"/>
            </a:rPr>
            <a:t>Microarray</a:t>
          </a:r>
          <a:endParaRPr lang="zh-CN" altLang="en-US" sz="1300" dirty="0">
            <a:latin typeface="Arial" panose="020B0604020202090204" pitchFamily="34" charset="0"/>
            <a:cs typeface="Arial" panose="020B0604020202090204" pitchFamily="34" charset="0"/>
          </a:endParaRPr>
        </a:p>
      </dgm:t>
    </dgm:pt>
    <dgm:pt modelId="{B78F8CC6-FF75-436D-B285-13BAF6460237}" cxnId="{A564A4A3-FA2D-4874-AD73-1C357F895814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39F74243-DE12-4240-B181-4486709D96AB}" cxnId="{A564A4A3-FA2D-4874-AD73-1C357F895814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70B669EC-7E68-4D4C-A783-DCE3A35D0861}">
      <dgm:prSet phldrT="[文本]" custT="1"/>
      <dgm:spPr/>
      <dgm:t>
        <a:bodyPr/>
        <a:lstStyle/>
        <a:p>
          <a:r>
            <a:rPr lang="en-US" altLang="en-US" sz="1200" dirty="0">
              <a:latin typeface="Arial" panose="020B0604020202090204" pitchFamily="34" charset="0"/>
              <a:cs typeface="Arial" panose="020B0604020202090204" pitchFamily="34" charset="0"/>
            </a:rPr>
            <a:t>Sequencing-based</a:t>
          </a:r>
          <a:endParaRPr lang="zh-CN" altLang="en-US" sz="1200" dirty="0">
            <a:latin typeface="Arial" panose="020B0604020202090204" pitchFamily="34" charset="0"/>
            <a:cs typeface="Arial" panose="020B0604020202090204" pitchFamily="34" charset="0"/>
          </a:endParaRPr>
        </a:p>
      </dgm:t>
    </dgm:pt>
    <dgm:pt modelId="{96408E9A-C7C7-4DBE-8E71-EFAD4D6AC553}" cxnId="{7E0CF29B-DEB7-44DD-8749-4360F7B10C58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9B23F1CF-2C55-4EB4-9C08-BDD4F9315F43}" cxnId="{7E0CF29B-DEB7-44DD-8749-4360F7B10C58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004668EC-516A-4F6F-9B3F-28CF2BE8A03B}">
      <dgm:prSet phldrT="[文本]"/>
      <dgm:spPr/>
      <dgm:t>
        <a:bodyPr/>
        <a:lstStyle/>
        <a:p>
          <a:r>
            <a:rPr lang="en-US" altLang="zh-CN" sz="1400" dirty="0">
              <a:latin typeface="Arial" panose="020B0604020202090204" pitchFamily="34" charset="0"/>
              <a:cs typeface="Arial" panose="020B0604020202090204" pitchFamily="34" charset="0"/>
            </a:rPr>
            <a:t>SAGE</a:t>
          </a:r>
          <a:endParaRPr lang="zh-CN" altLang="en-US" sz="1400" dirty="0">
            <a:latin typeface="Arial" panose="020B0604020202090204" pitchFamily="34" charset="0"/>
            <a:cs typeface="Arial" panose="020B0604020202090204" pitchFamily="34" charset="0"/>
          </a:endParaRPr>
        </a:p>
      </dgm:t>
    </dgm:pt>
    <dgm:pt modelId="{58CF7B5E-ADF6-40C7-9463-3F74C1935269}" cxnId="{BCA2EB81-B064-421F-B1AF-F05D5B6E2352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8C343D59-C809-4982-BCFC-4A9746366C54}" cxnId="{BCA2EB81-B064-421F-B1AF-F05D5B6E2352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CD1CC1E7-AA11-45EE-A9EE-19F78B4ECF67}">
      <dgm:prSet phldrT="[文本]"/>
      <dgm:spPr/>
      <dgm:t>
        <a:bodyPr/>
        <a:lstStyle/>
        <a:p>
          <a:r>
            <a:rPr lang="en-US" altLang="zh-CN" sz="1400" dirty="0">
              <a:latin typeface="Arial" panose="020B0604020202090204" pitchFamily="34" charset="0"/>
              <a:cs typeface="Arial" panose="020B0604020202090204" pitchFamily="34" charset="0"/>
            </a:rPr>
            <a:t>CAGE</a:t>
          </a:r>
          <a:endParaRPr lang="zh-CN" altLang="en-US" sz="1400" dirty="0">
            <a:latin typeface="Arial" panose="020B0604020202090204" pitchFamily="34" charset="0"/>
            <a:cs typeface="Arial" panose="020B0604020202090204" pitchFamily="34" charset="0"/>
          </a:endParaRPr>
        </a:p>
      </dgm:t>
    </dgm:pt>
    <dgm:pt modelId="{99D36DB9-796A-47DC-B0A1-98F517681BD6}" cxnId="{74254DF3-F30A-4C04-B7A6-B85653EACCAD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78EF3AF1-AE18-41EE-A034-F49B5D929429}" cxnId="{74254DF3-F30A-4C04-B7A6-B85653EACCAD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F25A61AC-296F-4AF5-9E07-B91E38817C4D}">
      <dgm:prSet phldrT="[文本]"/>
      <dgm:spPr/>
      <dgm:t>
        <a:bodyPr/>
        <a:lstStyle/>
        <a:p>
          <a:r>
            <a:rPr lang="en-US" altLang="zh-CN" sz="1400" dirty="0">
              <a:latin typeface="Arial" panose="020B0604020202090204" pitchFamily="34" charset="0"/>
              <a:cs typeface="Arial" panose="020B0604020202090204" pitchFamily="34" charset="0"/>
            </a:rPr>
            <a:t>MPSS</a:t>
          </a:r>
          <a:endParaRPr lang="zh-CN" altLang="en-US" sz="1400" dirty="0">
            <a:latin typeface="Arial" panose="020B0604020202090204" pitchFamily="34" charset="0"/>
            <a:cs typeface="Arial" panose="020B0604020202090204" pitchFamily="34" charset="0"/>
          </a:endParaRPr>
        </a:p>
      </dgm:t>
    </dgm:pt>
    <dgm:pt modelId="{627291C1-037E-477E-947E-A63BF9C71165}" cxnId="{B5859AAE-CB0D-46CF-B1BB-5192394077C3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5841BAEF-1EAA-465C-ABD8-6EEF8E795E67}" cxnId="{B5859AAE-CB0D-46CF-B1BB-5192394077C3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9A973D86-63FC-4CCE-9FB5-63A250E91DEF}">
      <dgm:prSet custT="1"/>
      <dgm:spPr/>
      <dgm:t>
        <a:bodyPr/>
        <a:lstStyle/>
        <a:p>
          <a:r>
            <a:rPr lang="en-US" altLang="zh-CN" sz="1200" dirty="0">
              <a:latin typeface="Arial" panose="020B0604020202090204" pitchFamily="34" charset="0"/>
              <a:cs typeface="Arial" panose="020B0604020202090204" pitchFamily="34" charset="0"/>
            </a:rPr>
            <a:t>Advanced seq</a:t>
          </a:r>
          <a:endParaRPr lang="zh-CN" altLang="en-US" sz="1200" dirty="0">
            <a:latin typeface="Arial" panose="020B0604020202090204" pitchFamily="34" charset="0"/>
            <a:cs typeface="Arial" panose="020B0604020202090204" pitchFamily="34" charset="0"/>
          </a:endParaRPr>
        </a:p>
      </dgm:t>
    </dgm:pt>
    <dgm:pt modelId="{072F513A-67B3-4DE4-AFA0-1707DA64B331}" cxnId="{91684B1D-CF0F-4821-8083-AA62C6269529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969AAC29-BAF9-42F8-AF1C-2C099F243A80}" cxnId="{91684B1D-CF0F-4821-8083-AA62C6269529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F2E74C7D-04B7-425A-A5CE-882282372153}">
      <dgm:prSet custT="1"/>
      <dgm:spPr/>
      <dgm:t>
        <a:bodyPr/>
        <a:lstStyle/>
        <a:p>
          <a:r>
            <a:rPr lang="en-US" altLang="zh-CN" sz="1200" b="0" dirty="0"/>
            <a:t>NGS</a:t>
          </a:r>
          <a:endParaRPr lang="zh-CN" altLang="en-US" sz="1200" b="0" dirty="0"/>
        </a:p>
      </dgm:t>
    </dgm:pt>
    <dgm:pt modelId="{DEE23A34-B18E-409C-B668-6CB77E024B29}" cxnId="{7A67F920-E71F-403E-B3B6-7F4822F9AD3E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52B959A7-F2F0-4831-AE0D-CC9C90B7E1BA}" cxnId="{7A67F920-E71F-403E-B3B6-7F4822F9AD3E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246E5E82-E60A-4FCA-A1C7-E9B9612C84BA}">
      <dgm:prSet/>
      <dgm:spPr/>
      <dgm:t>
        <a:bodyPr/>
        <a:lstStyle/>
        <a:p>
          <a:r>
            <a:rPr lang="en-US" altLang="zh-CN" sz="1200" dirty="0"/>
            <a:t>3GS</a:t>
          </a:r>
          <a:endParaRPr lang="zh-CN" altLang="en-US" sz="1200" dirty="0"/>
        </a:p>
      </dgm:t>
    </dgm:pt>
    <dgm:pt modelId="{AA01250D-EE52-4D23-A97A-62EBFFFDB531}" cxnId="{D87EDC6A-2E59-4887-BDCE-7C49E7F05232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B14FA11C-232A-46BC-81BF-EFB15FBFAB04}" cxnId="{D87EDC6A-2E59-4887-BDCE-7C49E7F05232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A1AE4E93-07F3-43B7-AAA4-7DA9C1BEAB0A}">
      <dgm:prSet/>
      <dgm:spPr/>
      <dgm:t>
        <a:bodyPr/>
        <a:lstStyle/>
        <a:p>
          <a:r>
            <a:rPr lang="en-US" altLang="zh-CN" sz="1200" dirty="0"/>
            <a:t>Single cell</a:t>
          </a:r>
          <a:endParaRPr lang="zh-CN" altLang="en-US" sz="1200" dirty="0"/>
        </a:p>
      </dgm:t>
    </dgm:pt>
    <dgm:pt modelId="{A5F466F1-C968-48F3-BF73-1281F21049C9}" cxnId="{49BBEFE3-8314-4BB1-BFB2-02A2A8BCF7F7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893DE11F-A6C9-411D-8FAC-34EAE69472B6}" cxnId="{49BBEFE3-8314-4BB1-BFB2-02A2A8BCF7F7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BDD5B9EA-23B5-41B3-B668-A7A6B51758B1}">
      <dgm:prSet custT="1"/>
      <dgm:spPr/>
      <dgm:t>
        <a:bodyPr/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>
              <a:solidFill>
                <a:prstClr val="black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rPr>
            <a:t>S</a:t>
          </a:r>
          <a:r>
            <a:rPr lang="en-US" sz="1200" kern="1200" dirty="0">
              <a:solidFill>
                <a:prstClr val="black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rPr>
            <a:t>ingle-molecule seq</a:t>
          </a:r>
        </a:p>
      </dgm:t>
    </dgm:pt>
    <dgm:pt modelId="{027DDC9D-001F-40BE-9245-0A5C6C298B40}" cxnId="{1767E355-1DCD-4333-B9A9-3E89A5087838}" type="parTrans">
      <dgm:prSet/>
      <dgm:spPr/>
      <dgm:t>
        <a:bodyPr/>
        <a:lstStyle/>
        <a:p>
          <a:endParaRPr lang="zh-CN" altLang="en-US"/>
        </a:p>
      </dgm:t>
    </dgm:pt>
    <dgm:pt modelId="{72A1328E-6F71-4A92-8410-1B333B399D93}" cxnId="{1767E355-1DCD-4333-B9A9-3E89A5087838}" type="sibTrans">
      <dgm:prSet/>
      <dgm:spPr/>
      <dgm:t>
        <a:bodyPr/>
        <a:lstStyle/>
        <a:p>
          <a:endParaRPr lang="zh-CN" altLang="en-US"/>
        </a:p>
      </dgm:t>
    </dgm:pt>
    <dgm:pt modelId="{C1BAD2C8-7D78-43A3-AB6D-C61CDC9F73E6}">
      <dgm:prSet custT="1"/>
      <dgm:spPr/>
      <dgm:t>
        <a:bodyPr/>
        <a:lstStyle/>
        <a:p>
          <a:r>
            <a:rPr lang="en-US" altLang="zh-CN" sz="1200"/>
            <a:t>Pacbio</a:t>
          </a:r>
          <a:endParaRPr lang="zh-CN" altLang="en-US" sz="1200" dirty="0"/>
        </a:p>
      </dgm:t>
    </dgm:pt>
    <dgm:pt modelId="{662A5D07-EEC7-4E27-9BE9-3848BA790D6F}" cxnId="{3B5029B4-25B6-4BB8-80CF-5ADDC801448F}" type="parTrans">
      <dgm:prSet/>
      <dgm:spPr/>
      <dgm:t>
        <a:bodyPr/>
        <a:lstStyle/>
        <a:p>
          <a:endParaRPr lang="zh-CN" altLang="en-US"/>
        </a:p>
      </dgm:t>
    </dgm:pt>
    <dgm:pt modelId="{4133FD18-EF76-45EC-93FD-EDCBD04D02B7}" cxnId="{3B5029B4-25B6-4BB8-80CF-5ADDC801448F}" type="sibTrans">
      <dgm:prSet/>
      <dgm:spPr/>
      <dgm:t>
        <a:bodyPr/>
        <a:lstStyle/>
        <a:p>
          <a:endParaRPr lang="zh-CN" altLang="en-US"/>
        </a:p>
      </dgm:t>
    </dgm:pt>
    <dgm:pt modelId="{A62FA77E-31A4-4380-8E31-19F43E0D1BBA}">
      <dgm:prSet custT="1"/>
      <dgm:spPr/>
      <dgm:t>
        <a:bodyPr/>
        <a:lstStyle/>
        <a:p>
          <a:r>
            <a:rPr lang="en-US" altLang="zh-CN" sz="1200" dirty="0"/>
            <a:t>ONT</a:t>
          </a:r>
          <a:endParaRPr lang="zh-CN" altLang="en-US" sz="1200" dirty="0"/>
        </a:p>
      </dgm:t>
    </dgm:pt>
    <dgm:pt modelId="{207E0D18-D4FA-4526-8B8E-29DD2ED25B40}" cxnId="{B776A714-D7A5-4EAE-93E7-7A57FB34287E}" type="parTrans">
      <dgm:prSet/>
      <dgm:spPr/>
      <dgm:t>
        <a:bodyPr/>
        <a:lstStyle/>
        <a:p>
          <a:endParaRPr lang="zh-CN" altLang="en-US"/>
        </a:p>
      </dgm:t>
    </dgm:pt>
    <dgm:pt modelId="{C5FA7EE3-1C4F-43F1-8CFA-87BB76F4B4E1}" cxnId="{B776A714-D7A5-4EAE-93E7-7A57FB34287E}" type="sibTrans">
      <dgm:prSet/>
      <dgm:spPr/>
      <dgm:t>
        <a:bodyPr/>
        <a:lstStyle/>
        <a:p>
          <a:endParaRPr lang="zh-CN" altLang="en-US"/>
        </a:p>
      </dgm:t>
    </dgm:pt>
    <dgm:pt modelId="{DCFA9B59-29FA-400F-8F4C-E7341FA258AF}" type="pres">
      <dgm:prSet presAssocID="{695656BA-D347-457B-AE0A-6FAE28076A90}" presName="Name0" presStyleCnt="0">
        <dgm:presLayoutVars>
          <dgm:dir/>
          <dgm:resizeHandles val="exact"/>
        </dgm:presLayoutVars>
      </dgm:prSet>
      <dgm:spPr/>
    </dgm:pt>
    <dgm:pt modelId="{0FE93F14-172D-4C74-98B3-4230730CBBD4}" type="pres">
      <dgm:prSet presAssocID="{B783C754-BF8B-47A0-967B-EBE4149EACDF}" presName="composite" presStyleCnt="0"/>
      <dgm:spPr/>
    </dgm:pt>
    <dgm:pt modelId="{8631581B-27E4-4250-A98E-79E580AADD65}" type="pres">
      <dgm:prSet presAssocID="{B783C754-BF8B-47A0-967B-EBE4149EACDF}" presName="imagSh" presStyleLbl="bgImgPlace1" presStyleIdx="0" presStyleCnt="5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99B8F68-4B3C-4B89-96EB-38A79C696137}" type="pres">
      <dgm:prSet presAssocID="{B783C754-BF8B-47A0-967B-EBE4149EACDF}" presName="txNode" presStyleLbl="node1" presStyleIdx="0" presStyleCnt="5">
        <dgm:presLayoutVars>
          <dgm:bulletEnabled val="1"/>
        </dgm:presLayoutVars>
      </dgm:prSet>
      <dgm:spPr/>
    </dgm:pt>
    <dgm:pt modelId="{2554432B-9087-4E40-8E45-0F43B677D5D9}" type="pres">
      <dgm:prSet presAssocID="{AC9C5316-3617-40D3-968B-EE4C09DA676A}" presName="sibTrans" presStyleLbl="sibTrans2D1" presStyleIdx="0" presStyleCnt="4"/>
      <dgm:spPr/>
    </dgm:pt>
    <dgm:pt modelId="{199DCDDB-6064-49BA-94EE-0BD6322E9CF2}" type="pres">
      <dgm:prSet presAssocID="{AC9C5316-3617-40D3-968B-EE4C09DA676A}" presName="connTx" presStyleLbl="sibTrans2D1" presStyleIdx="0" presStyleCnt="4"/>
      <dgm:spPr/>
    </dgm:pt>
    <dgm:pt modelId="{86FB15DE-E4D1-46E7-A74E-596715D6049F}" type="pres">
      <dgm:prSet presAssocID="{FEAE5110-59C0-4835-ADAC-C20F4B17E912}" presName="composite" presStyleCnt="0"/>
      <dgm:spPr/>
    </dgm:pt>
    <dgm:pt modelId="{C112A059-8436-41AF-BED4-321C6D0B9245}" type="pres">
      <dgm:prSet presAssocID="{FEAE5110-59C0-4835-ADAC-C20F4B17E912}" presName="imagSh" presStyleLbl="bgImgPlace1" presStyleIdx="1" presStyleCnt="5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5240A56-905E-406C-B741-6E698C530233}" type="pres">
      <dgm:prSet presAssocID="{FEAE5110-59C0-4835-ADAC-C20F4B17E912}" presName="txNode" presStyleLbl="node1" presStyleIdx="1" presStyleCnt="5">
        <dgm:presLayoutVars>
          <dgm:bulletEnabled val="1"/>
        </dgm:presLayoutVars>
      </dgm:prSet>
      <dgm:spPr/>
    </dgm:pt>
    <dgm:pt modelId="{E083468B-9BCE-41F0-B154-41EC1D9F1452}" type="pres">
      <dgm:prSet presAssocID="{08561E8B-0C0D-481B-BECF-D41C675F50A2}" presName="sibTrans" presStyleLbl="sibTrans2D1" presStyleIdx="1" presStyleCnt="4"/>
      <dgm:spPr/>
    </dgm:pt>
    <dgm:pt modelId="{21012507-1CF7-4F28-B439-3A3BF67C4E32}" type="pres">
      <dgm:prSet presAssocID="{08561E8B-0C0D-481B-BECF-D41C675F50A2}" presName="connTx" presStyleLbl="sibTrans2D1" presStyleIdx="1" presStyleCnt="4"/>
      <dgm:spPr/>
    </dgm:pt>
    <dgm:pt modelId="{AFC01BCF-AAED-4ED6-9CA4-70EC664F5669}" type="pres">
      <dgm:prSet presAssocID="{70B669EC-7E68-4D4C-A783-DCE3A35D0861}" presName="composite" presStyleCnt="0"/>
      <dgm:spPr/>
    </dgm:pt>
    <dgm:pt modelId="{AAD01205-5925-46BE-AFDB-2329B28C551E}" type="pres">
      <dgm:prSet presAssocID="{70B669EC-7E68-4D4C-A783-DCE3A35D0861}" presName="imagSh" presStyleLbl="bgImgPlace1" presStyleIdx="2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057A709-3C23-474F-8B49-8C5DEF5B8A87}" type="pres">
      <dgm:prSet presAssocID="{70B669EC-7E68-4D4C-A783-DCE3A35D0861}" presName="txNode" presStyleLbl="node1" presStyleIdx="2" presStyleCnt="5">
        <dgm:presLayoutVars>
          <dgm:bulletEnabled val="1"/>
        </dgm:presLayoutVars>
      </dgm:prSet>
      <dgm:spPr/>
    </dgm:pt>
    <dgm:pt modelId="{DA73BCC9-5D61-439C-B266-2ADACDDA5F81}" type="pres">
      <dgm:prSet presAssocID="{9B23F1CF-2C55-4EB4-9C08-BDD4F9315F43}" presName="sibTrans" presStyleLbl="sibTrans2D1" presStyleIdx="2" presStyleCnt="4"/>
      <dgm:spPr/>
    </dgm:pt>
    <dgm:pt modelId="{F4B8F6EC-8E24-4B24-8ED2-D207F87695D0}" type="pres">
      <dgm:prSet presAssocID="{9B23F1CF-2C55-4EB4-9C08-BDD4F9315F43}" presName="connTx" presStyleLbl="sibTrans2D1" presStyleIdx="2" presStyleCnt="4"/>
      <dgm:spPr/>
    </dgm:pt>
    <dgm:pt modelId="{A0D111DA-7CB1-486A-A5BE-C9A27C8DB12F}" type="pres">
      <dgm:prSet presAssocID="{9A973D86-63FC-4CCE-9FB5-63A250E91DEF}" presName="composite" presStyleCnt="0"/>
      <dgm:spPr/>
    </dgm:pt>
    <dgm:pt modelId="{A4D7FCEB-1455-46E1-A17C-B80A0A92B0BE}" type="pres">
      <dgm:prSet presAssocID="{9A973D86-63FC-4CCE-9FB5-63A250E91DEF}" presName="imagSh" presStyleLbl="bgImgPlace1" presStyleIdx="3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</dgm:pt>
    <dgm:pt modelId="{31D4C544-8845-4EFA-A1E0-CE2457096BC0}" type="pres">
      <dgm:prSet presAssocID="{9A973D86-63FC-4CCE-9FB5-63A250E91DEF}" presName="txNode" presStyleLbl="node1" presStyleIdx="3" presStyleCnt="5">
        <dgm:presLayoutVars>
          <dgm:bulletEnabled val="1"/>
        </dgm:presLayoutVars>
      </dgm:prSet>
      <dgm:spPr/>
    </dgm:pt>
    <dgm:pt modelId="{185C0A8E-DE54-4E13-9997-C070EC23D7B7}" type="pres">
      <dgm:prSet presAssocID="{969AAC29-BAF9-42F8-AF1C-2C099F243A80}" presName="sibTrans" presStyleLbl="sibTrans2D1" presStyleIdx="3" presStyleCnt="4"/>
      <dgm:spPr/>
    </dgm:pt>
    <dgm:pt modelId="{0CC0B5D5-C4BB-46FC-A4BF-CE1DFD806447}" type="pres">
      <dgm:prSet presAssocID="{969AAC29-BAF9-42F8-AF1C-2C099F243A80}" presName="connTx" presStyleLbl="sibTrans2D1" presStyleIdx="3" presStyleCnt="4"/>
      <dgm:spPr/>
    </dgm:pt>
    <dgm:pt modelId="{11FD4575-EEA8-43E8-86BC-BED96D7C230B}" type="pres">
      <dgm:prSet presAssocID="{BDD5B9EA-23B5-41B3-B668-A7A6B51758B1}" presName="composite" presStyleCnt="0"/>
      <dgm:spPr/>
    </dgm:pt>
    <dgm:pt modelId="{E600A824-42F6-4B6F-B46E-0213642C27A7}" type="pres">
      <dgm:prSet presAssocID="{BDD5B9EA-23B5-41B3-B668-A7A6B51758B1}" presName="imagSh" presStyleLbl="bgImgPlace1" presStyleIdx="4" presStyleCnt="5"/>
      <dgm:spPr>
        <a:blipFill>
          <a:blip xmlns:r="http://schemas.openxmlformats.org/officeDocument/2006/relationships" r:embed="rId5"/>
          <a:srcRect/>
          <a:stretch>
            <a:fillRect l="-19000" r="-19000"/>
          </a:stretch>
        </a:blipFill>
      </dgm:spPr>
    </dgm:pt>
    <dgm:pt modelId="{E6D38F53-8810-4F55-B882-8A0B8100203B}" type="pres">
      <dgm:prSet presAssocID="{BDD5B9EA-23B5-41B3-B668-A7A6B51758B1}" presName="txNode" presStyleLbl="node1" presStyleIdx="4" presStyleCnt="5">
        <dgm:presLayoutVars>
          <dgm:bulletEnabled val="1"/>
        </dgm:presLayoutVars>
      </dgm:prSet>
      <dgm:spPr/>
    </dgm:pt>
  </dgm:ptLst>
  <dgm:cxnLst>
    <dgm:cxn modelId="{9935EE05-5671-43D6-B166-FDE2DB9978AB}" type="presOf" srcId="{FEAE5110-59C0-4835-ADAC-C20F4B17E912}" destId="{25240A56-905E-406C-B741-6E698C530233}" srcOrd="0" destOrd="0" presId="urn:microsoft.com/office/officeart/2005/8/layout/hProcess10#1"/>
    <dgm:cxn modelId="{B776A714-D7A5-4EAE-93E7-7A57FB34287E}" srcId="{BDD5B9EA-23B5-41B3-B668-A7A6B51758B1}" destId="{A62FA77E-31A4-4380-8E31-19F43E0D1BBA}" srcOrd="1" destOrd="0" parTransId="{207E0D18-D4FA-4526-8B8E-29DD2ED25B40}" sibTransId="{C5FA7EE3-1C4F-43F1-8CFA-87BB76F4B4E1}"/>
    <dgm:cxn modelId="{91684B1D-CF0F-4821-8083-AA62C6269529}" srcId="{695656BA-D347-457B-AE0A-6FAE28076A90}" destId="{9A973D86-63FC-4CCE-9FB5-63A250E91DEF}" srcOrd="3" destOrd="0" parTransId="{072F513A-67B3-4DE4-AFA0-1707DA64B331}" sibTransId="{969AAC29-BAF9-42F8-AF1C-2C099F243A80}"/>
    <dgm:cxn modelId="{C1C4251F-2911-4AE6-942A-EB42B379DC8C}" type="presOf" srcId="{08561E8B-0C0D-481B-BECF-D41C675F50A2}" destId="{21012507-1CF7-4F28-B439-3A3BF67C4E32}" srcOrd="1" destOrd="0" presId="urn:microsoft.com/office/officeart/2005/8/layout/hProcess10#1"/>
    <dgm:cxn modelId="{7A67F920-E71F-403E-B3B6-7F4822F9AD3E}" srcId="{9A973D86-63FC-4CCE-9FB5-63A250E91DEF}" destId="{F2E74C7D-04B7-425A-A5CE-882282372153}" srcOrd="0" destOrd="0" parTransId="{52B959A7-F2F0-4831-AE0D-CC9C90B7E1BA}" sibTransId="{DEE23A34-B18E-409C-B668-6CB77E024B29}"/>
    <dgm:cxn modelId="{26173224-501A-4B75-9D53-D8A4A4D2F017}" type="presOf" srcId="{9D7EA839-158D-413A-A250-2CB0209A1EB9}" destId="{499B8F68-4B3C-4B89-96EB-38A79C696137}" srcOrd="0" destOrd="1" presId="urn:microsoft.com/office/officeart/2005/8/layout/hProcess10#1"/>
    <dgm:cxn modelId="{38689026-F282-4C87-A91A-A3961F70C480}" type="presOf" srcId="{70B669EC-7E68-4D4C-A783-DCE3A35D0861}" destId="{9057A709-3C23-474F-8B49-8C5DEF5B8A87}" srcOrd="0" destOrd="0" presId="urn:microsoft.com/office/officeart/2005/8/layout/hProcess10#1"/>
    <dgm:cxn modelId="{81547427-D3B1-4742-99EE-A1B8F62C3AE3}" type="presOf" srcId="{BDD5B9EA-23B5-41B3-B668-A7A6B51758B1}" destId="{E6D38F53-8810-4F55-B882-8A0B8100203B}" srcOrd="0" destOrd="0" presId="urn:microsoft.com/office/officeart/2005/8/layout/hProcess10#1"/>
    <dgm:cxn modelId="{6FD9E228-F0FA-40AF-9F80-1C661CA9EA6D}" type="presOf" srcId="{08561E8B-0C0D-481B-BECF-D41C675F50A2}" destId="{E083468B-9BCE-41F0-B154-41EC1D9F1452}" srcOrd="0" destOrd="0" presId="urn:microsoft.com/office/officeart/2005/8/layout/hProcess10#1"/>
    <dgm:cxn modelId="{C40C6A31-D622-4B57-B4D7-21AF131D054E}" type="presOf" srcId="{A1AE4E93-07F3-43B7-AAA4-7DA9C1BEAB0A}" destId="{31D4C544-8845-4EFA-A1E0-CE2457096BC0}" srcOrd="0" destOrd="3" presId="urn:microsoft.com/office/officeart/2005/8/layout/hProcess10#1"/>
    <dgm:cxn modelId="{3C5FF734-46DA-42B9-95CC-60C7B47270A2}" type="presOf" srcId="{09932516-CA70-410F-8954-DD8AEB62BC76}" destId="{499B8F68-4B3C-4B89-96EB-38A79C696137}" srcOrd="0" destOrd="2" presId="urn:microsoft.com/office/officeart/2005/8/layout/hProcess10#1"/>
    <dgm:cxn modelId="{8B6E9240-A220-4402-820E-14C291555D84}" srcId="{B783C754-BF8B-47A0-967B-EBE4149EACDF}" destId="{09932516-CA70-410F-8954-DD8AEB62BC76}" srcOrd="1" destOrd="0" parTransId="{F2CA402E-EBD6-49ED-8C9D-041BCAD28313}" sibTransId="{A7B8646E-C1BC-49E6-8DF5-1E63C2380605}"/>
    <dgm:cxn modelId="{1767E355-1DCD-4333-B9A9-3E89A5087838}" srcId="{695656BA-D347-457B-AE0A-6FAE28076A90}" destId="{BDD5B9EA-23B5-41B3-B668-A7A6B51758B1}" srcOrd="4" destOrd="0" parTransId="{027DDC9D-001F-40BE-9245-0A5C6C298B40}" sibTransId="{72A1328E-6F71-4A92-8410-1B333B399D93}"/>
    <dgm:cxn modelId="{AAD59156-C809-4B05-B6CD-BA71E62D2AD5}" type="presOf" srcId="{C1BAD2C8-7D78-43A3-AB6D-C61CDC9F73E6}" destId="{E6D38F53-8810-4F55-B882-8A0B8100203B}" srcOrd="0" destOrd="1" presId="urn:microsoft.com/office/officeart/2005/8/layout/hProcess10#1"/>
    <dgm:cxn modelId="{E02CC15E-AE1A-4DF5-B8AB-101BDE48DBC6}" type="presOf" srcId="{969AAC29-BAF9-42F8-AF1C-2C099F243A80}" destId="{185C0A8E-DE54-4E13-9997-C070EC23D7B7}" srcOrd="0" destOrd="0" presId="urn:microsoft.com/office/officeart/2005/8/layout/hProcess10#1"/>
    <dgm:cxn modelId="{0E7A2260-D2E8-49CB-83B0-0830B82322E2}" type="presOf" srcId="{AC9C5316-3617-40D3-968B-EE4C09DA676A}" destId="{199DCDDB-6064-49BA-94EE-0BD6322E9CF2}" srcOrd="1" destOrd="0" presId="urn:microsoft.com/office/officeart/2005/8/layout/hProcess10#1"/>
    <dgm:cxn modelId="{D87EDC6A-2E59-4887-BDCE-7C49E7F05232}" srcId="{9A973D86-63FC-4CCE-9FB5-63A250E91DEF}" destId="{246E5E82-E60A-4FCA-A1C7-E9B9612C84BA}" srcOrd="1" destOrd="0" parTransId="{AA01250D-EE52-4D23-A97A-62EBFFFDB531}" sibTransId="{B14FA11C-232A-46BC-81BF-EFB15FBFAB04}"/>
    <dgm:cxn modelId="{4610E378-1FB6-448B-8197-CD6239865EEF}" type="presOf" srcId="{F25A61AC-296F-4AF5-9E07-B91E38817C4D}" destId="{9057A709-3C23-474F-8B49-8C5DEF5B8A87}" srcOrd="0" destOrd="3" presId="urn:microsoft.com/office/officeart/2005/8/layout/hProcess10#1"/>
    <dgm:cxn modelId="{5D0A727E-343C-4D03-8D7F-5E2109C191EA}" srcId="{695656BA-D347-457B-AE0A-6FAE28076A90}" destId="{B783C754-BF8B-47A0-967B-EBE4149EACDF}" srcOrd="0" destOrd="0" parTransId="{7C459808-8DFC-47FB-98F3-F36A7676C5A0}" sibTransId="{AC9C5316-3617-40D3-968B-EE4C09DA676A}"/>
    <dgm:cxn modelId="{BCA2EB81-B064-421F-B1AF-F05D5B6E2352}" srcId="{70B669EC-7E68-4D4C-A783-DCE3A35D0861}" destId="{004668EC-516A-4F6F-9B3F-28CF2BE8A03B}" srcOrd="0" destOrd="0" parTransId="{58CF7B5E-ADF6-40C7-9463-3F74C1935269}" sibTransId="{8C343D59-C809-4982-BCFC-4A9746366C54}"/>
    <dgm:cxn modelId="{03266C8F-6F5F-4718-BB50-A2492007EDD1}" type="presOf" srcId="{B783C754-BF8B-47A0-967B-EBE4149EACDF}" destId="{499B8F68-4B3C-4B89-96EB-38A79C696137}" srcOrd="0" destOrd="0" presId="urn:microsoft.com/office/officeart/2005/8/layout/hProcess10#1"/>
    <dgm:cxn modelId="{409B3496-9E84-4BA1-B4D7-EFC93805D257}" type="presOf" srcId="{9B23F1CF-2C55-4EB4-9C08-BDD4F9315F43}" destId="{F4B8F6EC-8E24-4B24-8ED2-D207F87695D0}" srcOrd="1" destOrd="0" presId="urn:microsoft.com/office/officeart/2005/8/layout/hProcess10#1"/>
    <dgm:cxn modelId="{7E0CF29B-DEB7-44DD-8749-4360F7B10C58}" srcId="{695656BA-D347-457B-AE0A-6FAE28076A90}" destId="{70B669EC-7E68-4D4C-A783-DCE3A35D0861}" srcOrd="2" destOrd="0" parTransId="{96408E9A-C7C7-4DBE-8E71-EFAD4D6AC553}" sibTransId="{9B23F1CF-2C55-4EB4-9C08-BDD4F9315F43}"/>
    <dgm:cxn modelId="{A13EFEA2-D57E-4A8F-9B6C-D19CABCEAA52}" type="presOf" srcId="{A23F4451-A587-4BAD-A9F6-0178FD01635F}" destId="{25240A56-905E-406C-B741-6E698C530233}" srcOrd="0" destOrd="1" presId="urn:microsoft.com/office/officeart/2005/8/layout/hProcess10#1"/>
    <dgm:cxn modelId="{A564A4A3-FA2D-4874-AD73-1C357F895814}" srcId="{FEAE5110-59C0-4835-ADAC-C20F4B17E912}" destId="{A23F4451-A587-4BAD-A9F6-0178FD01635F}" srcOrd="0" destOrd="0" parTransId="{B78F8CC6-FF75-436D-B285-13BAF6460237}" sibTransId="{39F74243-DE12-4240-B181-4486709D96AB}"/>
    <dgm:cxn modelId="{BA0EE1A9-6FB6-4096-B341-FA845ADECACF}" type="presOf" srcId="{9B23F1CF-2C55-4EB4-9C08-BDD4F9315F43}" destId="{DA73BCC9-5D61-439C-B266-2ADACDDA5F81}" srcOrd="0" destOrd="0" presId="urn:microsoft.com/office/officeart/2005/8/layout/hProcess10#1"/>
    <dgm:cxn modelId="{630E8CAD-9E93-439D-BE55-ED4D8CCFAFB2}" srcId="{695656BA-D347-457B-AE0A-6FAE28076A90}" destId="{FEAE5110-59C0-4835-ADAC-C20F4B17E912}" srcOrd="1" destOrd="0" parTransId="{B0ED926E-7C50-4851-A539-A2EBC07C339B}" sibTransId="{08561E8B-0C0D-481B-BECF-D41C675F50A2}"/>
    <dgm:cxn modelId="{1B0B76AE-05F5-409C-9408-73A9A2C21168}" type="presOf" srcId="{CD1CC1E7-AA11-45EE-A9EE-19F78B4ECF67}" destId="{9057A709-3C23-474F-8B49-8C5DEF5B8A87}" srcOrd="0" destOrd="2" presId="urn:microsoft.com/office/officeart/2005/8/layout/hProcess10#1"/>
    <dgm:cxn modelId="{B5859AAE-CB0D-46CF-B1BB-5192394077C3}" srcId="{70B669EC-7E68-4D4C-A783-DCE3A35D0861}" destId="{F25A61AC-296F-4AF5-9E07-B91E38817C4D}" srcOrd="2" destOrd="0" parTransId="{627291C1-037E-477E-947E-A63BF9C71165}" sibTransId="{5841BAEF-1EAA-465C-ABD8-6EEF8E795E67}"/>
    <dgm:cxn modelId="{3EEFBCAE-12A1-471C-B0AC-64EBB24FFA1C}" type="presOf" srcId="{969AAC29-BAF9-42F8-AF1C-2C099F243A80}" destId="{0CC0B5D5-C4BB-46FC-A4BF-CE1DFD806447}" srcOrd="1" destOrd="0" presId="urn:microsoft.com/office/officeart/2005/8/layout/hProcess10#1"/>
    <dgm:cxn modelId="{B5B595B3-AD4B-4D02-8F91-37C8ACC61C1D}" type="presOf" srcId="{246E5E82-E60A-4FCA-A1C7-E9B9612C84BA}" destId="{31D4C544-8845-4EFA-A1E0-CE2457096BC0}" srcOrd="0" destOrd="2" presId="urn:microsoft.com/office/officeart/2005/8/layout/hProcess10#1"/>
    <dgm:cxn modelId="{3B5029B4-25B6-4BB8-80CF-5ADDC801448F}" srcId="{BDD5B9EA-23B5-41B3-B668-A7A6B51758B1}" destId="{C1BAD2C8-7D78-43A3-AB6D-C61CDC9F73E6}" srcOrd="0" destOrd="0" parTransId="{662A5D07-EEC7-4E27-9BE9-3848BA790D6F}" sibTransId="{4133FD18-EF76-45EC-93FD-EDCBD04D02B7}"/>
    <dgm:cxn modelId="{21521CB9-1E3A-4229-9934-3E8D65C28E50}" type="presOf" srcId="{AC9C5316-3617-40D3-968B-EE4C09DA676A}" destId="{2554432B-9087-4E40-8E45-0F43B677D5D9}" srcOrd="0" destOrd="0" presId="urn:microsoft.com/office/officeart/2005/8/layout/hProcess10#1"/>
    <dgm:cxn modelId="{BF9130C0-B382-4114-AE68-7EEBFE9558B6}" type="presOf" srcId="{695656BA-D347-457B-AE0A-6FAE28076A90}" destId="{DCFA9B59-29FA-400F-8F4C-E7341FA258AF}" srcOrd="0" destOrd="0" presId="urn:microsoft.com/office/officeart/2005/8/layout/hProcess10#1"/>
    <dgm:cxn modelId="{5806CDCC-2FF4-4A31-96F0-FA6C89D8433E}" type="presOf" srcId="{004668EC-516A-4F6F-9B3F-28CF2BE8A03B}" destId="{9057A709-3C23-474F-8B49-8C5DEF5B8A87}" srcOrd="0" destOrd="1" presId="urn:microsoft.com/office/officeart/2005/8/layout/hProcess10#1"/>
    <dgm:cxn modelId="{5F1F7DE2-E63B-454C-82A6-FAAA2A9A0988}" type="presOf" srcId="{9A973D86-63FC-4CCE-9FB5-63A250E91DEF}" destId="{31D4C544-8845-4EFA-A1E0-CE2457096BC0}" srcOrd="0" destOrd="0" presId="urn:microsoft.com/office/officeart/2005/8/layout/hProcess10#1"/>
    <dgm:cxn modelId="{49BBEFE3-8314-4BB1-BFB2-02A2A8BCF7F7}" srcId="{9A973D86-63FC-4CCE-9FB5-63A250E91DEF}" destId="{A1AE4E93-07F3-43B7-AAA4-7DA9C1BEAB0A}" srcOrd="2" destOrd="0" parTransId="{A5F466F1-C968-48F3-BF73-1281F21049C9}" sibTransId="{893DE11F-A6C9-411D-8FAC-34EAE69472B6}"/>
    <dgm:cxn modelId="{A267FDE4-6AE8-45FF-898D-D262762E0710}" type="presOf" srcId="{F2E74C7D-04B7-425A-A5CE-882282372153}" destId="{31D4C544-8845-4EFA-A1E0-CE2457096BC0}" srcOrd="0" destOrd="1" presId="urn:microsoft.com/office/officeart/2005/8/layout/hProcess10#1"/>
    <dgm:cxn modelId="{B0638EE7-7CA8-4F91-8816-4AD667A4A8C0}" type="presOf" srcId="{A62FA77E-31A4-4380-8E31-19F43E0D1BBA}" destId="{E6D38F53-8810-4F55-B882-8A0B8100203B}" srcOrd="0" destOrd="2" presId="urn:microsoft.com/office/officeart/2005/8/layout/hProcess10#1"/>
    <dgm:cxn modelId="{74254DF3-F30A-4C04-B7A6-B85653EACCAD}" srcId="{70B669EC-7E68-4D4C-A783-DCE3A35D0861}" destId="{CD1CC1E7-AA11-45EE-A9EE-19F78B4ECF67}" srcOrd="1" destOrd="0" parTransId="{99D36DB9-796A-47DC-B0A1-98F517681BD6}" sibTransId="{78EF3AF1-AE18-41EE-A034-F49B5D929429}"/>
    <dgm:cxn modelId="{E3BA90FF-4402-4921-8ABB-C55AFEC0E6E9}" srcId="{B783C754-BF8B-47A0-967B-EBE4149EACDF}" destId="{9D7EA839-158D-413A-A250-2CB0209A1EB9}" srcOrd="0" destOrd="0" parTransId="{AA893881-71EB-4B95-A839-AD2BD8B5299E}" sibTransId="{523D865A-09E4-42FC-B6FF-D534875CA2C0}"/>
    <dgm:cxn modelId="{412933D5-B630-467F-A78C-FD6732EFE021}" type="presParOf" srcId="{DCFA9B59-29FA-400F-8F4C-E7341FA258AF}" destId="{0FE93F14-172D-4C74-98B3-4230730CBBD4}" srcOrd="0" destOrd="0" presId="urn:microsoft.com/office/officeart/2005/8/layout/hProcess10#1"/>
    <dgm:cxn modelId="{48252D82-96FA-4E28-BC08-3A5390982D4A}" type="presParOf" srcId="{0FE93F14-172D-4C74-98B3-4230730CBBD4}" destId="{8631581B-27E4-4250-A98E-79E580AADD65}" srcOrd="0" destOrd="0" presId="urn:microsoft.com/office/officeart/2005/8/layout/hProcess10#1"/>
    <dgm:cxn modelId="{A96F389A-EF51-4F4E-8C0E-CBE467A85601}" type="presParOf" srcId="{0FE93F14-172D-4C74-98B3-4230730CBBD4}" destId="{499B8F68-4B3C-4B89-96EB-38A79C696137}" srcOrd="1" destOrd="0" presId="urn:microsoft.com/office/officeart/2005/8/layout/hProcess10#1"/>
    <dgm:cxn modelId="{C3E7FA3D-3853-4BDE-9830-FE9F26ACF4F2}" type="presParOf" srcId="{DCFA9B59-29FA-400F-8F4C-E7341FA258AF}" destId="{2554432B-9087-4E40-8E45-0F43B677D5D9}" srcOrd="1" destOrd="0" presId="urn:microsoft.com/office/officeart/2005/8/layout/hProcess10#1"/>
    <dgm:cxn modelId="{55EBCBE3-AAD4-4CDB-8CAC-898051604DFA}" type="presParOf" srcId="{2554432B-9087-4E40-8E45-0F43B677D5D9}" destId="{199DCDDB-6064-49BA-94EE-0BD6322E9CF2}" srcOrd="0" destOrd="0" presId="urn:microsoft.com/office/officeart/2005/8/layout/hProcess10#1"/>
    <dgm:cxn modelId="{BC736080-328F-4C48-BDE1-BC48C3D2699E}" type="presParOf" srcId="{DCFA9B59-29FA-400F-8F4C-E7341FA258AF}" destId="{86FB15DE-E4D1-46E7-A74E-596715D6049F}" srcOrd="2" destOrd="0" presId="urn:microsoft.com/office/officeart/2005/8/layout/hProcess10#1"/>
    <dgm:cxn modelId="{3E5C59E2-B4BB-4D27-A7A4-2A4F95D58CA0}" type="presParOf" srcId="{86FB15DE-E4D1-46E7-A74E-596715D6049F}" destId="{C112A059-8436-41AF-BED4-321C6D0B9245}" srcOrd="0" destOrd="0" presId="urn:microsoft.com/office/officeart/2005/8/layout/hProcess10#1"/>
    <dgm:cxn modelId="{F8CBE235-7448-4E68-8224-F8E189C23865}" type="presParOf" srcId="{86FB15DE-E4D1-46E7-A74E-596715D6049F}" destId="{25240A56-905E-406C-B741-6E698C530233}" srcOrd="1" destOrd="0" presId="urn:microsoft.com/office/officeart/2005/8/layout/hProcess10#1"/>
    <dgm:cxn modelId="{52B11424-0E03-4271-B42F-4A2676B2CFE0}" type="presParOf" srcId="{DCFA9B59-29FA-400F-8F4C-E7341FA258AF}" destId="{E083468B-9BCE-41F0-B154-41EC1D9F1452}" srcOrd="3" destOrd="0" presId="urn:microsoft.com/office/officeart/2005/8/layout/hProcess10#1"/>
    <dgm:cxn modelId="{25381E33-85F8-47F2-AC05-C7ECB202743B}" type="presParOf" srcId="{E083468B-9BCE-41F0-B154-41EC1D9F1452}" destId="{21012507-1CF7-4F28-B439-3A3BF67C4E32}" srcOrd="0" destOrd="0" presId="urn:microsoft.com/office/officeart/2005/8/layout/hProcess10#1"/>
    <dgm:cxn modelId="{4321F368-7806-4302-A89A-6D79B92082B3}" type="presParOf" srcId="{DCFA9B59-29FA-400F-8F4C-E7341FA258AF}" destId="{AFC01BCF-AAED-4ED6-9CA4-70EC664F5669}" srcOrd="4" destOrd="0" presId="urn:microsoft.com/office/officeart/2005/8/layout/hProcess10#1"/>
    <dgm:cxn modelId="{D71F78E7-52F0-4C03-9697-5D6857184D34}" type="presParOf" srcId="{AFC01BCF-AAED-4ED6-9CA4-70EC664F5669}" destId="{AAD01205-5925-46BE-AFDB-2329B28C551E}" srcOrd="0" destOrd="0" presId="urn:microsoft.com/office/officeart/2005/8/layout/hProcess10#1"/>
    <dgm:cxn modelId="{DD257D6D-AAF0-42EE-B049-4639BBE42441}" type="presParOf" srcId="{AFC01BCF-AAED-4ED6-9CA4-70EC664F5669}" destId="{9057A709-3C23-474F-8B49-8C5DEF5B8A87}" srcOrd="1" destOrd="0" presId="urn:microsoft.com/office/officeart/2005/8/layout/hProcess10#1"/>
    <dgm:cxn modelId="{444CBC12-B3AD-4B20-A60A-93E62EF7FC1F}" type="presParOf" srcId="{DCFA9B59-29FA-400F-8F4C-E7341FA258AF}" destId="{DA73BCC9-5D61-439C-B266-2ADACDDA5F81}" srcOrd="5" destOrd="0" presId="urn:microsoft.com/office/officeart/2005/8/layout/hProcess10#1"/>
    <dgm:cxn modelId="{594F7272-861F-4DF1-A31F-512A8A9F51E5}" type="presParOf" srcId="{DA73BCC9-5D61-439C-B266-2ADACDDA5F81}" destId="{F4B8F6EC-8E24-4B24-8ED2-D207F87695D0}" srcOrd="0" destOrd="0" presId="urn:microsoft.com/office/officeart/2005/8/layout/hProcess10#1"/>
    <dgm:cxn modelId="{1EB8A2C6-7C87-4182-9535-77B426E1C73B}" type="presParOf" srcId="{DCFA9B59-29FA-400F-8F4C-E7341FA258AF}" destId="{A0D111DA-7CB1-486A-A5BE-C9A27C8DB12F}" srcOrd="6" destOrd="0" presId="urn:microsoft.com/office/officeart/2005/8/layout/hProcess10#1"/>
    <dgm:cxn modelId="{C1D98162-45E4-455A-92BB-9F6950BA8BAE}" type="presParOf" srcId="{A0D111DA-7CB1-486A-A5BE-C9A27C8DB12F}" destId="{A4D7FCEB-1455-46E1-A17C-B80A0A92B0BE}" srcOrd="0" destOrd="0" presId="urn:microsoft.com/office/officeart/2005/8/layout/hProcess10#1"/>
    <dgm:cxn modelId="{B17145F3-AC86-4108-9994-9C31A401C3DD}" type="presParOf" srcId="{A0D111DA-7CB1-486A-A5BE-C9A27C8DB12F}" destId="{31D4C544-8845-4EFA-A1E0-CE2457096BC0}" srcOrd="1" destOrd="0" presId="urn:microsoft.com/office/officeart/2005/8/layout/hProcess10#1"/>
    <dgm:cxn modelId="{B9A970E3-F75C-44B2-80B4-ADE794715D7B}" type="presParOf" srcId="{DCFA9B59-29FA-400F-8F4C-E7341FA258AF}" destId="{185C0A8E-DE54-4E13-9997-C070EC23D7B7}" srcOrd="7" destOrd="0" presId="urn:microsoft.com/office/officeart/2005/8/layout/hProcess10#1"/>
    <dgm:cxn modelId="{5F4D8D19-6266-4F2B-BA94-5EF49E4FACEC}" type="presParOf" srcId="{185C0A8E-DE54-4E13-9997-C070EC23D7B7}" destId="{0CC0B5D5-C4BB-46FC-A4BF-CE1DFD806447}" srcOrd="0" destOrd="0" presId="urn:microsoft.com/office/officeart/2005/8/layout/hProcess10#1"/>
    <dgm:cxn modelId="{B242D98F-8930-4EFF-9280-D296DBF5BB5F}" type="presParOf" srcId="{DCFA9B59-29FA-400F-8F4C-E7341FA258AF}" destId="{11FD4575-EEA8-43E8-86BC-BED96D7C230B}" srcOrd="8" destOrd="0" presId="urn:microsoft.com/office/officeart/2005/8/layout/hProcess10#1"/>
    <dgm:cxn modelId="{740FC62B-F850-4FFA-92EB-9274957E640F}" type="presParOf" srcId="{11FD4575-EEA8-43E8-86BC-BED96D7C230B}" destId="{E600A824-42F6-4B6F-B46E-0213642C27A7}" srcOrd="0" destOrd="0" presId="urn:microsoft.com/office/officeart/2005/8/layout/hProcess10#1"/>
    <dgm:cxn modelId="{83BAE592-0487-4256-8851-609E4C431B20}" type="presParOf" srcId="{11FD4575-EEA8-43E8-86BC-BED96D7C230B}" destId="{E6D38F53-8810-4F55-B882-8A0B8100203B}" srcOrd="1" destOrd="0" presId="urn:microsoft.com/office/officeart/2005/8/layout/hProcess10#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EE6420-81A5-44A5-8F87-5E2DD07C2297}" type="doc">
      <dgm:prSet loTypeId="urn:microsoft.com/office/officeart/2008/layout/BendingPictureCaptionList" loCatId="picture" qsTypeId="urn:microsoft.com/office/officeart/2005/8/quickstyle/simple1#1" qsCatId="simple" csTypeId="urn:microsoft.com/office/officeart/2005/8/colors/colorful5#1" csCatId="colorful" phldr="1"/>
      <dgm:spPr/>
      <dgm:t>
        <a:bodyPr/>
        <a:lstStyle/>
        <a:p>
          <a:endParaRPr lang="zh-CN" altLang="en-US"/>
        </a:p>
      </dgm:t>
    </dgm:pt>
    <dgm:pt modelId="{16158664-9690-4575-973D-A8BECAC665D3}">
      <dgm:prSet phldrT="[文本]"/>
      <dgm:spPr/>
      <dgm:t>
        <a:bodyPr/>
        <a:lstStyle/>
        <a:p>
          <a:r>
            <a:rPr lang="zh-CN" altLang="en-US" dirty="0"/>
            <a:t>差异表达</a:t>
          </a:r>
        </a:p>
      </dgm:t>
    </dgm:pt>
    <dgm:pt modelId="{BCE702F2-990D-4364-86F0-52561367F7C0}" cxnId="{91443AF8-30E7-4D8D-8298-82DC54DA54D1}" type="parTrans">
      <dgm:prSet/>
      <dgm:spPr/>
      <dgm:t>
        <a:bodyPr/>
        <a:lstStyle/>
        <a:p>
          <a:endParaRPr lang="zh-CN" altLang="en-US"/>
        </a:p>
      </dgm:t>
    </dgm:pt>
    <dgm:pt modelId="{CBAA9A56-52A0-4C1D-AC43-B55A2FE369D2}" cxnId="{91443AF8-30E7-4D8D-8298-82DC54DA54D1}" type="sibTrans">
      <dgm:prSet/>
      <dgm:spPr/>
      <dgm:t>
        <a:bodyPr/>
        <a:lstStyle/>
        <a:p>
          <a:endParaRPr lang="zh-CN" altLang="en-US"/>
        </a:p>
      </dgm:t>
    </dgm:pt>
    <dgm:pt modelId="{758B95AD-6765-43CE-8DF0-391F80CBB5FD}">
      <dgm:prSet phldrT="[文本]"/>
      <dgm:spPr/>
      <dgm:t>
        <a:bodyPr/>
        <a:lstStyle/>
        <a:p>
          <a:r>
            <a:rPr lang="zh-CN" altLang="en-US" dirty="0"/>
            <a:t>可变剪切</a:t>
          </a:r>
        </a:p>
      </dgm:t>
    </dgm:pt>
    <dgm:pt modelId="{EAFD28E8-4604-41F0-8579-D52FE24A3757}" cxnId="{CD1B81F1-7D00-416E-8473-D25DC648B802}" type="parTrans">
      <dgm:prSet/>
      <dgm:spPr/>
      <dgm:t>
        <a:bodyPr/>
        <a:lstStyle/>
        <a:p>
          <a:endParaRPr lang="zh-CN" altLang="en-US"/>
        </a:p>
      </dgm:t>
    </dgm:pt>
    <dgm:pt modelId="{3C86A8B7-450C-4476-86BE-579A07884423}" cxnId="{CD1B81F1-7D00-416E-8473-D25DC648B802}" type="sibTrans">
      <dgm:prSet/>
      <dgm:spPr/>
      <dgm:t>
        <a:bodyPr/>
        <a:lstStyle/>
        <a:p>
          <a:endParaRPr lang="zh-CN" altLang="en-US"/>
        </a:p>
      </dgm:t>
    </dgm:pt>
    <dgm:pt modelId="{EB9A5B19-5CBB-47DE-9A70-2A0BF5AA12A7}">
      <dgm:prSet phldrT="[文本]"/>
      <dgm:spPr/>
      <dgm:t>
        <a:bodyPr/>
        <a:lstStyle/>
        <a:p>
          <a:r>
            <a:rPr lang="zh-CN" altLang="en-US" dirty="0"/>
            <a:t>共表达网络</a:t>
          </a:r>
        </a:p>
      </dgm:t>
    </dgm:pt>
    <dgm:pt modelId="{5C074F7B-93F6-48C2-9C88-CDFFE651F05B}" cxnId="{A8A6455F-4C4A-4C5C-923E-410B9F33C5DF}" type="parTrans">
      <dgm:prSet/>
      <dgm:spPr/>
      <dgm:t>
        <a:bodyPr/>
        <a:lstStyle/>
        <a:p>
          <a:endParaRPr lang="zh-CN" altLang="en-US"/>
        </a:p>
      </dgm:t>
    </dgm:pt>
    <dgm:pt modelId="{4497F246-1C14-47AF-8A73-D41C30F4A6E2}" cxnId="{A8A6455F-4C4A-4C5C-923E-410B9F33C5DF}" type="sibTrans">
      <dgm:prSet/>
      <dgm:spPr/>
      <dgm:t>
        <a:bodyPr/>
        <a:lstStyle/>
        <a:p>
          <a:endParaRPr lang="zh-CN" altLang="en-US"/>
        </a:p>
      </dgm:t>
    </dgm:pt>
    <dgm:pt modelId="{B2A5E8EE-932F-4685-806D-05CFCD9CCE17}">
      <dgm:prSet phldrT="[文本]"/>
      <dgm:spPr/>
      <dgm:t>
        <a:bodyPr/>
        <a:lstStyle/>
        <a:p>
          <a:r>
            <a:rPr lang="zh-CN" altLang="en-US" dirty="0"/>
            <a:t>转录调控网络</a:t>
          </a:r>
        </a:p>
      </dgm:t>
    </dgm:pt>
    <dgm:pt modelId="{305A22B4-E618-4157-ABF4-DF3EF8D74487}" cxnId="{8F25FAA2-EE48-48E3-AEB2-3D927C77EA87}" type="parTrans">
      <dgm:prSet/>
      <dgm:spPr/>
      <dgm:t>
        <a:bodyPr/>
        <a:lstStyle/>
        <a:p>
          <a:endParaRPr lang="zh-CN" altLang="en-US"/>
        </a:p>
      </dgm:t>
    </dgm:pt>
    <dgm:pt modelId="{19AE4998-F78F-4D39-9F54-C3708CBDECF0}" cxnId="{8F25FAA2-EE48-48E3-AEB2-3D927C77EA87}" type="sibTrans">
      <dgm:prSet/>
      <dgm:spPr/>
      <dgm:t>
        <a:bodyPr/>
        <a:lstStyle/>
        <a:p>
          <a:endParaRPr lang="zh-CN" altLang="en-US"/>
        </a:p>
      </dgm:t>
    </dgm:pt>
    <dgm:pt modelId="{65615811-65CF-44A2-A28C-E8414D861666}" type="pres">
      <dgm:prSet presAssocID="{FAEE6420-81A5-44A5-8F87-5E2DD07C2297}" presName="Name0" presStyleCnt="0">
        <dgm:presLayoutVars>
          <dgm:dir/>
          <dgm:resizeHandles val="exact"/>
        </dgm:presLayoutVars>
      </dgm:prSet>
      <dgm:spPr/>
    </dgm:pt>
    <dgm:pt modelId="{163B87C2-C422-4674-964D-7A7B6D09658E}" type="pres">
      <dgm:prSet presAssocID="{16158664-9690-4575-973D-A8BECAC665D3}" presName="composite" presStyleCnt="0"/>
      <dgm:spPr/>
    </dgm:pt>
    <dgm:pt modelId="{BF8818CA-15D4-44ED-9E54-272FB28F9ECD}" type="pres">
      <dgm:prSet presAssocID="{16158664-9690-4575-973D-A8BECAC665D3}" presName="rect1" presStyleLbl="b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</dgm:pt>
    <dgm:pt modelId="{D0381E3E-6953-476D-9714-75DF2D3E20AC}" type="pres">
      <dgm:prSet presAssocID="{16158664-9690-4575-973D-A8BECAC665D3}" presName="wedgeRectCallout1" presStyleLbl="node1" presStyleIdx="0" presStyleCnt="4">
        <dgm:presLayoutVars>
          <dgm:bulletEnabled val="1"/>
        </dgm:presLayoutVars>
      </dgm:prSet>
      <dgm:spPr/>
    </dgm:pt>
    <dgm:pt modelId="{044EAA34-89E3-4143-B33D-ECD56FEC6187}" type="pres">
      <dgm:prSet presAssocID="{CBAA9A56-52A0-4C1D-AC43-B55A2FE369D2}" presName="sibTrans" presStyleCnt="0"/>
      <dgm:spPr/>
    </dgm:pt>
    <dgm:pt modelId="{BBC62583-C020-4D49-8FC3-9F4789645C03}" type="pres">
      <dgm:prSet presAssocID="{758B95AD-6765-43CE-8DF0-391F80CBB5FD}" presName="composite" presStyleCnt="0"/>
      <dgm:spPr/>
    </dgm:pt>
    <dgm:pt modelId="{C37C065F-D9B5-4C0B-93DE-B1276085974E}" type="pres">
      <dgm:prSet presAssocID="{758B95AD-6765-43CE-8DF0-391F80CBB5FD}" presName="rect1" presStyleLbl="b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98E473E7-9E6B-4828-BE05-EE0918BF4D4A}" type="pres">
      <dgm:prSet presAssocID="{758B95AD-6765-43CE-8DF0-391F80CBB5FD}" presName="wedgeRectCallout1" presStyleLbl="node1" presStyleIdx="1" presStyleCnt="4">
        <dgm:presLayoutVars>
          <dgm:bulletEnabled val="1"/>
        </dgm:presLayoutVars>
      </dgm:prSet>
      <dgm:spPr/>
    </dgm:pt>
    <dgm:pt modelId="{26A1209E-ADB6-45B2-9C70-0BCC5981ED36}" type="pres">
      <dgm:prSet presAssocID="{3C86A8B7-450C-4476-86BE-579A07884423}" presName="sibTrans" presStyleCnt="0"/>
      <dgm:spPr/>
    </dgm:pt>
    <dgm:pt modelId="{1F766826-E09C-421A-92B0-740B8ECB7745}" type="pres">
      <dgm:prSet presAssocID="{EB9A5B19-5CBB-47DE-9A70-2A0BF5AA12A7}" presName="composite" presStyleCnt="0"/>
      <dgm:spPr/>
    </dgm:pt>
    <dgm:pt modelId="{570108B3-E637-4579-A97A-616936343381}" type="pres">
      <dgm:prSet presAssocID="{EB9A5B19-5CBB-47DE-9A70-2A0BF5AA12A7}" presName="rect1" presStyleLbl="b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</dgm:spPr>
    </dgm:pt>
    <dgm:pt modelId="{867BEFB3-D8D5-4135-9415-502B4B356005}" type="pres">
      <dgm:prSet presAssocID="{EB9A5B19-5CBB-47DE-9A70-2A0BF5AA12A7}" presName="wedgeRectCallout1" presStyleLbl="node1" presStyleIdx="2" presStyleCnt="4">
        <dgm:presLayoutVars>
          <dgm:bulletEnabled val="1"/>
        </dgm:presLayoutVars>
      </dgm:prSet>
      <dgm:spPr/>
    </dgm:pt>
    <dgm:pt modelId="{7862DB98-64A0-495D-8253-E334F19D927C}" type="pres">
      <dgm:prSet presAssocID="{4497F246-1C14-47AF-8A73-D41C30F4A6E2}" presName="sibTrans" presStyleCnt="0"/>
      <dgm:spPr/>
    </dgm:pt>
    <dgm:pt modelId="{4584018F-5016-4FF1-A728-F9F1D03EA686}" type="pres">
      <dgm:prSet presAssocID="{B2A5E8EE-932F-4685-806D-05CFCD9CCE17}" presName="composite" presStyleCnt="0"/>
      <dgm:spPr/>
    </dgm:pt>
    <dgm:pt modelId="{A3188435-4F2A-41A1-B4DD-32DC30702DC0}" type="pres">
      <dgm:prSet presAssocID="{B2A5E8EE-932F-4685-806D-05CFCD9CCE17}" presName="rect1" presStyleLbl="b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5000" r="-35000"/>
          </a:stretch>
        </a:blipFill>
      </dgm:spPr>
    </dgm:pt>
    <dgm:pt modelId="{66A0725A-251E-4575-A56D-0E5A9A8CED30}" type="pres">
      <dgm:prSet presAssocID="{B2A5E8EE-932F-4685-806D-05CFCD9CCE17}" presName="wedgeRectCallout1" presStyleLbl="node1" presStyleIdx="3" presStyleCnt="4">
        <dgm:presLayoutVars>
          <dgm:bulletEnabled val="1"/>
        </dgm:presLayoutVars>
      </dgm:prSet>
      <dgm:spPr/>
    </dgm:pt>
  </dgm:ptLst>
  <dgm:cxnLst>
    <dgm:cxn modelId="{C4F69C1D-79B7-482F-990C-CCC7AFF69057}" type="presOf" srcId="{FAEE6420-81A5-44A5-8F87-5E2DD07C2297}" destId="{65615811-65CF-44A2-A28C-E8414D861666}" srcOrd="0" destOrd="0" presId="urn:microsoft.com/office/officeart/2008/layout/BendingPictureCaptionList"/>
    <dgm:cxn modelId="{0C0EBB1E-0BB3-4C87-B063-BC5013A6AC20}" type="presOf" srcId="{EB9A5B19-5CBB-47DE-9A70-2A0BF5AA12A7}" destId="{867BEFB3-D8D5-4135-9415-502B4B356005}" srcOrd="0" destOrd="0" presId="urn:microsoft.com/office/officeart/2008/layout/BendingPictureCaptionList"/>
    <dgm:cxn modelId="{DA4E244A-8F14-444F-92A1-9EF8A02A2D7C}" type="presOf" srcId="{16158664-9690-4575-973D-A8BECAC665D3}" destId="{D0381E3E-6953-476D-9714-75DF2D3E20AC}" srcOrd="0" destOrd="0" presId="urn:microsoft.com/office/officeart/2008/layout/BendingPictureCaptionList"/>
    <dgm:cxn modelId="{12D07857-EE8B-40A3-AF15-9E52FDA4EC72}" type="presOf" srcId="{758B95AD-6765-43CE-8DF0-391F80CBB5FD}" destId="{98E473E7-9E6B-4828-BE05-EE0918BF4D4A}" srcOrd="0" destOrd="0" presId="urn:microsoft.com/office/officeart/2008/layout/BendingPictureCaptionList"/>
    <dgm:cxn modelId="{A8A6455F-4C4A-4C5C-923E-410B9F33C5DF}" srcId="{FAEE6420-81A5-44A5-8F87-5E2DD07C2297}" destId="{EB9A5B19-5CBB-47DE-9A70-2A0BF5AA12A7}" srcOrd="2" destOrd="0" parTransId="{5C074F7B-93F6-48C2-9C88-CDFFE651F05B}" sibTransId="{4497F246-1C14-47AF-8A73-D41C30F4A6E2}"/>
    <dgm:cxn modelId="{7EABA282-43A1-482A-AF1D-1626247B8237}" type="presOf" srcId="{B2A5E8EE-932F-4685-806D-05CFCD9CCE17}" destId="{66A0725A-251E-4575-A56D-0E5A9A8CED30}" srcOrd="0" destOrd="0" presId="urn:microsoft.com/office/officeart/2008/layout/BendingPictureCaptionList"/>
    <dgm:cxn modelId="{8F25FAA2-EE48-48E3-AEB2-3D927C77EA87}" srcId="{FAEE6420-81A5-44A5-8F87-5E2DD07C2297}" destId="{B2A5E8EE-932F-4685-806D-05CFCD9CCE17}" srcOrd="3" destOrd="0" parTransId="{305A22B4-E618-4157-ABF4-DF3EF8D74487}" sibTransId="{19AE4998-F78F-4D39-9F54-C3708CBDECF0}"/>
    <dgm:cxn modelId="{CD1B81F1-7D00-416E-8473-D25DC648B802}" srcId="{FAEE6420-81A5-44A5-8F87-5E2DD07C2297}" destId="{758B95AD-6765-43CE-8DF0-391F80CBB5FD}" srcOrd="1" destOrd="0" parTransId="{EAFD28E8-4604-41F0-8579-D52FE24A3757}" sibTransId="{3C86A8B7-450C-4476-86BE-579A07884423}"/>
    <dgm:cxn modelId="{91443AF8-30E7-4D8D-8298-82DC54DA54D1}" srcId="{FAEE6420-81A5-44A5-8F87-5E2DD07C2297}" destId="{16158664-9690-4575-973D-A8BECAC665D3}" srcOrd="0" destOrd="0" parTransId="{BCE702F2-990D-4364-86F0-52561367F7C0}" sibTransId="{CBAA9A56-52A0-4C1D-AC43-B55A2FE369D2}"/>
    <dgm:cxn modelId="{F8ADEB0B-542C-4B01-90C7-4F23F31F117B}" type="presParOf" srcId="{65615811-65CF-44A2-A28C-E8414D861666}" destId="{163B87C2-C422-4674-964D-7A7B6D09658E}" srcOrd="0" destOrd="0" presId="urn:microsoft.com/office/officeart/2008/layout/BendingPictureCaptionList"/>
    <dgm:cxn modelId="{AE1FA8BC-DA45-4C0E-82AD-FFB7ECB71098}" type="presParOf" srcId="{163B87C2-C422-4674-964D-7A7B6D09658E}" destId="{BF8818CA-15D4-44ED-9E54-272FB28F9ECD}" srcOrd="0" destOrd="0" presId="urn:microsoft.com/office/officeart/2008/layout/BendingPictureCaptionList"/>
    <dgm:cxn modelId="{7C497EDA-5539-440A-8CF7-198A871FD50F}" type="presParOf" srcId="{163B87C2-C422-4674-964D-7A7B6D09658E}" destId="{D0381E3E-6953-476D-9714-75DF2D3E20AC}" srcOrd="1" destOrd="0" presId="urn:microsoft.com/office/officeart/2008/layout/BendingPictureCaptionList"/>
    <dgm:cxn modelId="{904A923C-D675-4A9F-ADB8-6F7885DB7EFA}" type="presParOf" srcId="{65615811-65CF-44A2-A28C-E8414D861666}" destId="{044EAA34-89E3-4143-B33D-ECD56FEC6187}" srcOrd="1" destOrd="0" presId="urn:microsoft.com/office/officeart/2008/layout/BendingPictureCaptionList"/>
    <dgm:cxn modelId="{CDF9E7B2-FC54-4846-BF0F-618BBDC6FF9F}" type="presParOf" srcId="{65615811-65CF-44A2-A28C-E8414D861666}" destId="{BBC62583-C020-4D49-8FC3-9F4789645C03}" srcOrd="2" destOrd="0" presId="urn:microsoft.com/office/officeart/2008/layout/BendingPictureCaptionList"/>
    <dgm:cxn modelId="{D0533EE7-8179-4CED-B429-0BD09AFC732B}" type="presParOf" srcId="{BBC62583-C020-4D49-8FC3-9F4789645C03}" destId="{C37C065F-D9B5-4C0B-93DE-B1276085974E}" srcOrd="0" destOrd="0" presId="urn:microsoft.com/office/officeart/2008/layout/BendingPictureCaptionList"/>
    <dgm:cxn modelId="{B788BD50-AFD1-455D-B8F6-947000701110}" type="presParOf" srcId="{BBC62583-C020-4D49-8FC3-9F4789645C03}" destId="{98E473E7-9E6B-4828-BE05-EE0918BF4D4A}" srcOrd="1" destOrd="0" presId="urn:microsoft.com/office/officeart/2008/layout/BendingPictureCaptionList"/>
    <dgm:cxn modelId="{6F51C347-B750-456C-AAFB-57B9B45E2E16}" type="presParOf" srcId="{65615811-65CF-44A2-A28C-E8414D861666}" destId="{26A1209E-ADB6-45B2-9C70-0BCC5981ED36}" srcOrd="3" destOrd="0" presId="urn:microsoft.com/office/officeart/2008/layout/BendingPictureCaptionList"/>
    <dgm:cxn modelId="{CC6EDDD6-EBBD-499A-984A-225E9538106C}" type="presParOf" srcId="{65615811-65CF-44A2-A28C-E8414D861666}" destId="{1F766826-E09C-421A-92B0-740B8ECB7745}" srcOrd="4" destOrd="0" presId="urn:microsoft.com/office/officeart/2008/layout/BendingPictureCaptionList"/>
    <dgm:cxn modelId="{0A695673-98E2-4322-9CD8-1A60B9458736}" type="presParOf" srcId="{1F766826-E09C-421A-92B0-740B8ECB7745}" destId="{570108B3-E637-4579-A97A-616936343381}" srcOrd="0" destOrd="0" presId="urn:microsoft.com/office/officeart/2008/layout/BendingPictureCaptionList"/>
    <dgm:cxn modelId="{CFBAC670-C69C-4069-A0F8-CB395391EC08}" type="presParOf" srcId="{1F766826-E09C-421A-92B0-740B8ECB7745}" destId="{867BEFB3-D8D5-4135-9415-502B4B356005}" srcOrd="1" destOrd="0" presId="urn:microsoft.com/office/officeart/2008/layout/BendingPictureCaptionList"/>
    <dgm:cxn modelId="{D9CDCDF6-8E68-49F4-9DBD-DDDEF54A1701}" type="presParOf" srcId="{65615811-65CF-44A2-A28C-E8414D861666}" destId="{7862DB98-64A0-495D-8253-E334F19D927C}" srcOrd="5" destOrd="0" presId="urn:microsoft.com/office/officeart/2008/layout/BendingPictureCaptionList"/>
    <dgm:cxn modelId="{549DBD91-123A-4FFD-93FA-0A6C6216D5B5}" type="presParOf" srcId="{65615811-65CF-44A2-A28C-E8414D861666}" destId="{4584018F-5016-4FF1-A728-F9F1D03EA686}" srcOrd="6" destOrd="0" presId="urn:microsoft.com/office/officeart/2008/layout/BendingPictureCaptionList"/>
    <dgm:cxn modelId="{3B3B45C0-C3D0-4239-AF8C-4AC26DFE5EEE}" type="presParOf" srcId="{4584018F-5016-4FF1-A728-F9F1D03EA686}" destId="{A3188435-4F2A-41A1-B4DD-32DC30702DC0}" srcOrd="0" destOrd="0" presId="urn:microsoft.com/office/officeart/2008/layout/BendingPictureCaptionList"/>
    <dgm:cxn modelId="{0A0A4EED-F2EF-4B77-8742-DE9C9799381C}" type="presParOf" srcId="{4584018F-5016-4FF1-A728-F9F1D03EA686}" destId="{66A0725A-251E-4575-A56D-0E5A9A8CED30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4BB2FD-5032-4054-A0D7-89A23643ADA3}" type="doc">
      <dgm:prSet loTypeId="urn:microsoft.com/office/officeart/2008/layout/SquareAccentList#1" loCatId="list" qsTypeId="urn:microsoft.com/office/officeart/2005/8/quickstyle/simple5#1" qsCatId="simple" csTypeId="urn:microsoft.com/office/officeart/2005/8/colors/colorful1#1" csCatId="colorful" phldr="1"/>
      <dgm:spPr/>
      <dgm:t>
        <a:bodyPr/>
        <a:lstStyle/>
        <a:p>
          <a:endParaRPr lang="zh-CN" altLang="en-US"/>
        </a:p>
      </dgm:t>
    </dgm:pt>
    <dgm:pt modelId="{1098BEAB-BC58-4962-87E5-73549C03D3FB}">
      <dgm:prSet phldrT="[文本]" custT="1"/>
      <dgm:spPr/>
      <dgm:t>
        <a:bodyPr/>
        <a:lstStyle/>
        <a:p>
          <a:pPr marL="0" marR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</a:pPr>
          <a:r>
            <a:rPr lang="zh-CN" altLang="en-US" sz="1800" dirty="0"/>
            <a:t>问题导向型</a:t>
          </a:r>
          <a:endParaRPr lang="en-US" altLang="zh-CN" sz="1800" dirty="0"/>
        </a:p>
      </dgm:t>
    </dgm:pt>
    <dgm:pt modelId="{7DA08C3D-2F11-4272-805D-40B4A5C7A758}" cxnId="{E4CC4330-AF28-432F-8CA5-70919607A1FE}" type="parTrans">
      <dgm:prSet/>
      <dgm:spPr/>
      <dgm:t>
        <a:bodyPr/>
        <a:lstStyle/>
        <a:p>
          <a:endParaRPr lang="zh-CN" altLang="en-US"/>
        </a:p>
      </dgm:t>
    </dgm:pt>
    <dgm:pt modelId="{97B2D48E-466C-4982-9BCD-A74A1B17615C}" cxnId="{E4CC4330-AF28-432F-8CA5-70919607A1FE}" type="sibTrans">
      <dgm:prSet/>
      <dgm:spPr/>
      <dgm:t>
        <a:bodyPr/>
        <a:lstStyle/>
        <a:p>
          <a:endParaRPr lang="zh-CN" altLang="en-US"/>
        </a:p>
      </dgm:t>
    </dgm:pt>
    <dgm:pt modelId="{4BE9A96B-BE94-46CD-A71B-46C0BF27EAE9}">
      <dgm:prSet phldrT="[文本]" custT="1"/>
      <dgm:spPr/>
      <dgm:t>
        <a:bodyPr/>
        <a:lstStyle/>
        <a:p>
          <a:r>
            <a:rPr lang="zh-CN" altLang="en-US" sz="1400" dirty="0"/>
            <a:t>生物学重复（</a:t>
          </a:r>
          <a:r>
            <a:rPr lang="en-US" altLang="zh-CN" sz="1400" dirty="0"/>
            <a:t>3-5</a:t>
          </a:r>
          <a:r>
            <a:rPr lang="zh-CN" altLang="en-US" sz="1400" dirty="0"/>
            <a:t>个）</a:t>
          </a:r>
        </a:p>
      </dgm:t>
    </dgm:pt>
    <dgm:pt modelId="{EDC301A2-DEF3-4EBB-9CFC-FCA2DB6DF861}" cxnId="{126802F6-BE89-48F7-A779-38B9361A8FAA}" type="parTrans">
      <dgm:prSet/>
      <dgm:spPr/>
      <dgm:t>
        <a:bodyPr/>
        <a:lstStyle/>
        <a:p>
          <a:endParaRPr lang="zh-CN" altLang="en-US"/>
        </a:p>
      </dgm:t>
    </dgm:pt>
    <dgm:pt modelId="{8DCD2EE9-6F3A-4760-B684-C16ED966DE35}" cxnId="{126802F6-BE89-48F7-A779-38B9361A8FAA}" type="sibTrans">
      <dgm:prSet/>
      <dgm:spPr/>
      <dgm:t>
        <a:bodyPr/>
        <a:lstStyle/>
        <a:p>
          <a:endParaRPr lang="zh-CN" altLang="en-US"/>
        </a:p>
      </dgm:t>
    </dgm:pt>
    <dgm:pt modelId="{48AE78CE-8362-4569-A128-2D7347A202DE}">
      <dgm:prSet phldrT="[文本]" custT="1"/>
      <dgm:spPr/>
      <dgm:t>
        <a:bodyPr/>
        <a:lstStyle/>
        <a:p>
          <a:r>
            <a:rPr lang="zh-CN" altLang="en-US" sz="1400" dirty="0"/>
            <a:t>样本提取（分类和保存）</a:t>
          </a:r>
        </a:p>
      </dgm:t>
    </dgm:pt>
    <dgm:pt modelId="{D45C38AA-5FBA-4347-B4CF-0264EECF8CFF}" cxnId="{32DD3AF7-F96C-482F-856C-07D68843B2D6}" type="parTrans">
      <dgm:prSet/>
      <dgm:spPr/>
      <dgm:t>
        <a:bodyPr/>
        <a:lstStyle/>
        <a:p>
          <a:endParaRPr lang="zh-CN" altLang="en-US"/>
        </a:p>
      </dgm:t>
    </dgm:pt>
    <dgm:pt modelId="{722DF853-6C0C-4B59-9319-2856EE3FA047}" cxnId="{32DD3AF7-F96C-482F-856C-07D68843B2D6}" type="sibTrans">
      <dgm:prSet/>
      <dgm:spPr/>
      <dgm:t>
        <a:bodyPr/>
        <a:lstStyle/>
        <a:p>
          <a:endParaRPr lang="zh-CN" altLang="en-US"/>
        </a:p>
      </dgm:t>
    </dgm:pt>
    <dgm:pt modelId="{BC718982-02D9-44F9-B266-9D0EB690BF7F}">
      <dgm:prSet phldrT="[文本]" custT="1"/>
      <dgm:spPr/>
      <dgm:t>
        <a:bodyPr/>
        <a:lstStyle/>
        <a:p>
          <a:pPr algn="ctr"/>
          <a:r>
            <a:rPr lang="zh-CN" altLang="en-US" sz="1800" dirty="0"/>
            <a:t>数据导向型</a:t>
          </a:r>
        </a:p>
      </dgm:t>
    </dgm:pt>
    <dgm:pt modelId="{753E7C63-028D-4264-A57E-78F1979D90F0}" cxnId="{A6EABC16-CE68-4E7D-8E41-AB8C1BC0B1CF}" type="parTrans">
      <dgm:prSet/>
      <dgm:spPr/>
      <dgm:t>
        <a:bodyPr/>
        <a:lstStyle/>
        <a:p>
          <a:endParaRPr lang="zh-CN" altLang="en-US"/>
        </a:p>
      </dgm:t>
    </dgm:pt>
    <dgm:pt modelId="{FF41F80F-AEEE-4D39-BF2B-25446A91924D}" cxnId="{A6EABC16-CE68-4E7D-8E41-AB8C1BC0B1CF}" type="sibTrans">
      <dgm:prSet/>
      <dgm:spPr/>
      <dgm:t>
        <a:bodyPr/>
        <a:lstStyle/>
        <a:p>
          <a:endParaRPr lang="zh-CN" altLang="en-US"/>
        </a:p>
      </dgm:t>
    </dgm:pt>
    <dgm:pt modelId="{1350B093-A48D-4288-B552-E4FDF43070C6}">
      <dgm:prSet phldrT="[文本]"/>
      <dgm:spPr/>
      <dgm:t>
        <a:bodyPr/>
        <a:lstStyle/>
        <a:p>
          <a:r>
            <a:rPr lang="zh-CN" altLang="en-US" dirty="0"/>
            <a:t>数据异质性（平台、个体差异）</a:t>
          </a:r>
        </a:p>
      </dgm:t>
    </dgm:pt>
    <dgm:pt modelId="{BF6F3E6E-E1C2-4FC6-9EA8-0265D53DAB5C}" cxnId="{BA2BA574-9CDB-47A5-9292-4911393F14D4}" type="parTrans">
      <dgm:prSet/>
      <dgm:spPr/>
      <dgm:t>
        <a:bodyPr/>
        <a:lstStyle/>
        <a:p>
          <a:endParaRPr lang="zh-CN" altLang="en-US"/>
        </a:p>
      </dgm:t>
    </dgm:pt>
    <dgm:pt modelId="{B72460E6-2BB3-45BE-A6D3-285E35034476}" cxnId="{BA2BA574-9CDB-47A5-9292-4911393F14D4}" type="sibTrans">
      <dgm:prSet/>
      <dgm:spPr/>
      <dgm:t>
        <a:bodyPr/>
        <a:lstStyle/>
        <a:p>
          <a:endParaRPr lang="zh-CN" altLang="en-US"/>
        </a:p>
      </dgm:t>
    </dgm:pt>
    <dgm:pt modelId="{483CBC0A-9EA9-4F7E-B6DD-1296D2E90ADF}">
      <dgm:prSet phldrT="[文本]"/>
      <dgm:spPr/>
      <dgm:t>
        <a:bodyPr/>
        <a:lstStyle/>
        <a:p>
          <a:r>
            <a:rPr lang="zh-CN" altLang="en-US" dirty="0"/>
            <a:t>确定分析流程</a:t>
          </a:r>
        </a:p>
      </dgm:t>
    </dgm:pt>
    <dgm:pt modelId="{2311D597-6670-4EA5-95CB-A211FADE6992}" cxnId="{011BB1DA-BA26-477A-BD7A-7480F4CBEE55}" type="parTrans">
      <dgm:prSet/>
      <dgm:spPr/>
      <dgm:t>
        <a:bodyPr/>
        <a:lstStyle/>
        <a:p>
          <a:endParaRPr lang="zh-CN" altLang="en-US"/>
        </a:p>
      </dgm:t>
    </dgm:pt>
    <dgm:pt modelId="{56AE7664-8D7E-41DC-B800-3CE0E44603FF}" cxnId="{011BB1DA-BA26-477A-BD7A-7480F4CBEE55}" type="sibTrans">
      <dgm:prSet/>
      <dgm:spPr/>
      <dgm:t>
        <a:bodyPr/>
        <a:lstStyle/>
        <a:p>
          <a:endParaRPr lang="zh-CN" altLang="en-US"/>
        </a:p>
      </dgm:t>
    </dgm:pt>
    <dgm:pt modelId="{CBDBD36E-4667-4282-912A-9516FE2CE7EA}">
      <dgm:prSet phldrT="[文本]"/>
      <dgm:spPr/>
      <dgm:t>
        <a:bodyPr/>
        <a:lstStyle/>
        <a:p>
          <a:r>
            <a:rPr lang="zh-CN" altLang="en-US" dirty="0"/>
            <a:t>分析工具选用</a:t>
          </a:r>
        </a:p>
      </dgm:t>
    </dgm:pt>
    <dgm:pt modelId="{C6CFE0E1-2279-4E7A-99F7-2D54399A8B86}" cxnId="{D2693E8D-7E44-4E70-8DC1-F14D12F29DF7}" type="parTrans">
      <dgm:prSet/>
      <dgm:spPr/>
      <dgm:t>
        <a:bodyPr/>
        <a:lstStyle/>
        <a:p>
          <a:endParaRPr lang="zh-CN" altLang="en-US"/>
        </a:p>
      </dgm:t>
    </dgm:pt>
    <dgm:pt modelId="{1D113165-24C3-4A55-BA87-68F58BF9F43A}" cxnId="{D2693E8D-7E44-4E70-8DC1-F14D12F29DF7}" type="sibTrans">
      <dgm:prSet/>
      <dgm:spPr/>
      <dgm:t>
        <a:bodyPr/>
        <a:lstStyle/>
        <a:p>
          <a:endParaRPr lang="zh-CN" altLang="en-US"/>
        </a:p>
      </dgm:t>
    </dgm:pt>
    <dgm:pt modelId="{776C98D1-3C4B-4070-A578-8ABFEC9DCCFA}">
      <dgm:prSet phldrT="[文本]" custT="1"/>
      <dgm:spPr/>
      <dgm:t>
        <a:bodyPr/>
        <a:lstStyle/>
        <a:p>
          <a:r>
            <a:rPr lang="zh-CN" altLang="en-US" sz="1200" dirty="0"/>
            <a:t>测序平台（读长、通量和准确率等）</a:t>
          </a:r>
        </a:p>
      </dgm:t>
    </dgm:pt>
    <dgm:pt modelId="{0EFB7807-B666-48AF-BD20-AD7EBEA4C2AD}" cxnId="{0B47F9B4-4549-4994-9E18-D59E791D05D8}" type="parTrans">
      <dgm:prSet/>
      <dgm:spPr/>
      <dgm:t>
        <a:bodyPr/>
        <a:lstStyle/>
        <a:p>
          <a:endParaRPr lang="zh-CN" altLang="en-US"/>
        </a:p>
      </dgm:t>
    </dgm:pt>
    <dgm:pt modelId="{4B5EA26F-DC83-4911-969A-EA5C4C13BD5C}" cxnId="{0B47F9B4-4549-4994-9E18-D59E791D05D8}" type="sibTrans">
      <dgm:prSet/>
      <dgm:spPr/>
      <dgm:t>
        <a:bodyPr/>
        <a:lstStyle/>
        <a:p>
          <a:endParaRPr lang="zh-CN" altLang="en-US"/>
        </a:p>
      </dgm:t>
    </dgm:pt>
    <dgm:pt modelId="{B20412F2-8635-4F75-9086-EEF23A351A7F}">
      <dgm:prSet phldrT="[文本]" custT="1"/>
      <dgm:spPr/>
      <dgm:t>
        <a:bodyPr/>
        <a:lstStyle/>
        <a:p>
          <a:r>
            <a:rPr lang="zh-CN" altLang="en-US" sz="1200" dirty="0"/>
            <a:t>测序深度（简单基因表达分析需</a:t>
          </a:r>
          <a:r>
            <a:rPr lang="en-US" altLang="zh-CN" sz="1200" dirty="0"/>
            <a:t>5M</a:t>
          </a:r>
          <a:r>
            <a:rPr lang="zh-CN" altLang="en-US" sz="1200" dirty="0"/>
            <a:t>以上</a:t>
          </a:r>
          <a:r>
            <a:rPr lang="en-US" altLang="zh-CN" sz="1200" dirty="0"/>
            <a:t>reads</a:t>
          </a:r>
          <a:r>
            <a:rPr lang="zh-CN" altLang="en-US" sz="1200" dirty="0"/>
            <a:t>，小</a:t>
          </a:r>
          <a:r>
            <a:rPr lang="en-US" altLang="zh-CN" sz="1200" dirty="0"/>
            <a:t>RNA</a:t>
          </a:r>
          <a:r>
            <a:rPr lang="zh-CN" altLang="en-US" sz="1200" dirty="0"/>
            <a:t>至少</a:t>
          </a:r>
          <a:r>
            <a:rPr lang="en-US" altLang="zh-CN" sz="1200" dirty="0"/>
            <a:t>30M</a:t>
          </a:r>
          <a:r>
            <a:rPr lang="zh-CN" altLang="en-US" sz="1200" dirty="0"/>
            <a:t>）</a:t>
          </a:r>
        </a:p>
      </dgm:t>
    </dgm:pt>
    <dgm:pt modelId="{9C070336-077D-4224-8D1A-BC12F6363C6B}" cxnId="{321985FC-53C9-46C2-9FC2-3B82E093DD7B}" type="parTrans">
      <dgm:prSet/>
      <dgm:spPr/>
      <dgm:t>
        <a:bodyPr/>
        <a:lstStyle/>
        <a:p>
          <a:endParaRPr lang="zh-CN" altLang="en-US"/>
        </a:p>
      </dgm:t>
    </dgm:pt>
    <dgm:pt modelId="{3008A456-50E7-4053-8128-1076284CA35A}" cxnId="{321985FC-53C9-46C2-9FC2-3B82E093DD7B}" type="sibTrans">
      <dgm:prSet/>
      <dgm:spPr/>
      <dgm:t>
        <a:bodyPr/>
        <a:lstStyle/>
        <a:p>
          <a:endParaRPr lang="zh-CN" altLang="en-US"/>
        </a:p>
      </dgm:t>
    </dgm:pt>
    <dgm:pt modelId="{22750857-C711-407D-B022-35B7B5F9D69C}">
      <dgm:prSet phldrT="[文本]" custT="1"/>
      <dgm:spPr/>
      <dgm:t>
        <a:bodyPr/>
        <a:lstStyle/>
        <a:p>
          <a:r>
            <a:rPr lang="zh-CN" altLang="en-US" sz="1200" dirty="0"/>
            <a:t>文库构建（链特异性非特异性）</a:t>
          </a:r>
        </a:p>
      </dgm:t>
    </dgm:pt>
    <dgm:pt modelId="{870F58B7-A63F-4E13-81B2-B68C45294A4D}" cxnId="{C4AE675F-B11B-4523-86C2-6728D083E3F8}" type="parTrans">
      <dgm:prSet/>
      <dgm:spPr/>
      <dgm:t>
        <a:bodyPr/>
        <a:lstStyle/>
        <a:p>
          <a:endParaRPr lang="zh-CN" altLang="en-US"/>
        </a:p>
      </dgm:t>
    </dgm:pt>
    <dgm:pt modelId="{E6003D67-FF0B-4F2E-9072-BCC8198916E7}" cxnId="{C4AE675F-B11B-4523-86C2-6728D083E3F8}" type="sibTrans">
      <dgm:prSet/>
      <dgm:spPr/>
      <dgm:t>
        <a:bodyPr/>
        <a:lstStyle/>
        <a:p>
          <a:endParaRPr lang="zh-CN" altLang="en-US"/>
        </a:p>
      </dgm:t>
    </dgm:pt>
    <dgm:pt modelId="{AC531900-A5B6-44B5-8D6F-429CA9A4595D}">
      <dgm:prSet phldrT="[文本]" custT="1"/>
      <dgm:spPr/>
      <dgm:t>
        <a:bodyPr/>
        <a:lstStyle/>
        <a:p>
          <a:r>
            <a:rPr lang="zh-CN" altLang="en-US" sz="1200" dirty="0"/>
            <a:t>测序策略（单端和双末端）</a:t>
          </a:r>
        </a:p>
      </dgm:t>
    </dgm:pt>
    <dgm:pt modelId="{5807C9FD-72E5-4C44-AFEE-841E9F3FE20D}" cxnId="{64B21264-EBA6-4C1C-9A0A-207D50C1AF25}" type="parTrans">
      <dgm:prSet/>
      <dgm:spPr/>
      <dgm:t>
        <a:bodyPr/>
        <a:lstStyle/>
        <a:p>
          <a:endParaRPr lang="zh-CN" altLang="en-US"/>
        </a:p>
      </dgm:t>
    </dgm:pt>
    <dgm:pt modelId="{FE90BF92-DC38-4235-896C-A81F6AE592BD}" cxnId="{64B21264-EBA6-4C1C-9A0A-207D50C1AF25}" type="sibTrans">
      <dgm:prSet/>
      <dgm:spPr/>
      <dgm:t>
        <a:bodyPr/>
        <a:lstStyle/>
        <a:p>
          <a:endParaRPr lang="zh-CN" altLang="en-US"/>
        </a:p>
      </dgm:t>
    </dgm:pt>
    <dgm:pt modelId="{962485D6-CA4E-475E-AB2E-4D91060CFF28}" type="pres">
      <dgm:prSet presAssocID="{994BB2FD-5032-4054-A0D7-89A23643ADA3}" presName="layout" presStyleCnt="0">
        <dgm:presLayoutVars>
          <dgm:chMax/>
          <dgm:chPref/>
          <dgm:dir/>
          <dgm:resizeHandles/>
        </dgm:presLayoutVars>
      </dgm:prSet>
      <dgm:spPr/>
    </dgm:pt>
    <dgm:pt modelId="{D9C10D2B-0BCB-423F-9AA6-A46133160123}" type="pres">
      <dgm:prSet presAssocID="{1098BEAB-BC58-4962-87E5-73549C03D3FB}" presName="root" presStyleCnt="0">
        <dgm:presLayoutVars>
          <dgm:chMax/>
          <dgm:chPref/>
        </dgm:presLayoutVars>
      </dgm:prSet>
      <dgm:spPr/>
    </dgm:pt>
    <dgm:pt modelId="{A33504B6-42F4-4DF2-9BED-5F3EEAF32918}" type="pres">
      <dgm:prSet presAssocID="{1098BEAB-BC58-4962-87E5-73549C03D3FB}" presName="rootComposite" presStyleCnt="0">
        <dgm:presLayoutVars/>
      </dgm:prSet>
      <dgm:spPr/>
    </dgm:pt>
    <dgm:pt modelId="{C28877A3-520F-4B74-B331-D7C055403A1D}" type="pres">
      <dgm:prSet presAssocID="{1098BEAB-BC58-4962-87E5-73549C03D3FB}" presName="ParentAccent" presStyleLbl="alignNode1" presStyleIdx="0" presStyleCnt="2"/>
      <dgm:spPr/>
    </dgm:pt>
    <dgm:pt modelId="{C4BAD92C-B200-4821-BCC7-C59A76224B66}" type="pres">
      <dgm:prSet presAssocID="{1098BEAB-BC58-4962-87E5-73549C03D3FB}" presName="ParentSmallAccent" presStyleLbl="fgAcc1" presStyleIdx="0" presStyleCnt="2"/>
      <dgm:spPr/>
    </dgm:pt>
    <dgm:pt modelId="{CAE16F56-0A56-4D29-B077-877DCEEDF619}" type="pres">
      <dgm:prSet presAssocID="{1098BEAB-BC58-4962-87E5-73549C03D3FB}" presName="Parent" presStyleLbl="revTx" presStyleIdx="0" presStyleCnt="11">
        <dgm:presLayoutVars>
          <dgm:chMax/>
          <dgm:chPref val="4"/>
          <dgm:bulletEnabled val="1"/>
        </dgm:presLayoutVars>
      </dgm:prSet>
      <dgm:spPr/>
    </dgm:pt>
    <dgm:pt modelId="{5D800261-E7CD-4AE0-A902-2808A46803B5}" type="pres">
      <dgm:prSet presAssocID="{1098BEAB-BC58-4962-87E5-73549C03D3FB}" presName="childShape" presStyleCnt="0">
        <dgm:presLayoutVars>
          <dgm:chMax val="0"/>
          <dgm:chPref val="0"/>
        </dgm:presLayoutVars>
      </dgm:prSet>
      <dgm:spPr/>
    </dgm:pt>
    <dgm:pt modelId="{5E8F9F4E-81C7-475B-8BB6-A5015ACA4413}" type="pres">
      <dgm:prSet presAssocID="{4BE9A96B-BE94-46CD-A71B-46C0BF27EAE9}" presName="childComposite" presStyleCnt="0">
        <dgm:presLayoutVars>
          <dgm:chMax val="0"/>
          <dgm:chPref val="0"/>
        </dgm:presLayoutVars>
      </dgm:prSet>
      <dgm:spPr/>
    </dgm:pt>
    <dgm:pt modelId="{70E014CD-394C-4BF5-98A7-D118A857541A}" type="pres">
      <dgm:prSet presAssocID="{4BE9A96B-BE94-46CD-A71B-46C0BF27EAE9}" presName="ChildAccent" presStyleLbl="solidFgAcc1" presStyleIdx="0" presStyleCnt="9"/>
      <dgm:spPr/>
    </dgm:pt>
    <dgm:pt modelId="{F2C69CE1-C15B-4B80-AA03-BCDACBD6516C}" type="pres">
      <dgm:prSet presAssocID="{4BE9A96B-BE94-46CD-A71B-46C0BF27EAE9}" presName="Child" presStyleLbl="revTx" presStyleIdx="1" presStyleCnt="11">
        <dgm:presLayoutVars>
          <dgm:chMax val="0"/>
          <dgm:chPref val="0"/>
          <dgm:bulletEnabled val="1"/>
        </dgm:presLayoutVars>
      </dgm:prSet>
      <dgm:spPr/>
    </dgm:pt>
    <dgm:pt modelId="{3EDE1038-CB35-432C-B887-FBBC0BB1479D}" type="pres">
      <dgm:prSet presAssocID="{48AE78CE-8362-4569-A128-2D7347A202DE}" presName="childComposite" presStyleCnt="0">
        <dgm:presLayoutVars>
          <dgm:chMax val="0"/>
          <dgm:chPref val="0"/>
        </dgm:presLayoutVars>
      </dgm:prSet>
      <dgm:spPr/>
    </dgm:pt>
    <dgm:pt modelId="{FEFC123A-455F-4CDD-B41E-FCFB82BBADDD}" type="pres">
      <dgm:prSet presAssocID="{48AE78CE-8362-4569-A128-2D7347A202DE}" presName="ChildAccent" presStyleLbl="solidFgAcc1" presStyleIdx="1" presStyleCnt="9"/>
      <dgm:spPr/>
    </dgm:pt>
    <dgm:pt modelId="{AB57165E-F58A-42B4-817B-1FE90DDFB3D3}" type="pres">
      <dgm:prSet presAssocID="{48AE78CE-8362-4569-A128-2D7347A202DE}" presName="Child" presStyleLbl="revTx" presStyleIdx="2" presStyleCnt="11">
        <dgm:presLayoutVars>
          <dgm:chMax val="0"/>
          <dgm:chPref val="0"/>
          <dgm:bulletEnabled val="1"/>
        </dgm:presLayoutVars>
      </dgm:prSet>
      <dgm:spPr/>
    </dgm:pt>
    <dgm:pt modelId="{6B1CAE65-8D5A-45D8-9A1D-090BF27F7F52}" type="pres">
      <dgm:prSet presAssocID="{B20412F2-8635-4F75-9086-EEF23A351A7F}" presName="childComposite" presStyleCnt="0">
        <dgm:presLayoutVars>
          <dgm:chMax val="0"/>
          <dgm:chPref val="0"/>
        </dgm:presLayoutVars>
      </dgm:prSet>
      <dgm:spPr/>
    </dgm:pt>
    <dgm:pt modelId="{6C89AE60-58D7-49DB-97F2-A1C855CD991B}" type="pres">
      <dgm:prSet presAssocID="{B20412F2-8635-4F75-9086-EEF23A351A7F}" presName="ChildAccent" presStyleLbl="solidFgAcc1" presStyleIdx="2" presStyleCnt="9"/>
      <dgm:spPr/>
    </dgm:pt>
    <dgm:pt modelId="{18F2565D-538A-446A-BC83-BCCAE985D31A}" type="pres">
      <dgm:prSet presAssocID="{B20412F2-8635-4F75-9086-EEF23A351A7F}" presName="Child" presStyleLbl="revTx" presStyleIdx="3" presStyleCnt="11">
        <dgm:presLayoutVars>
          <dgm:chMax val="0"/>
          <dgm:chPref val="0"/>
          <dgm:bulletEnabled val="1"/>
        </dgm:presLayoutVars>
      </dgm:prSet>
      <dgm:spPr/>
    </dgm:pt>
    <dgm:pt modelId="{E9F545B4-037A-4F29-853D-762C70532528}" type="pres">
      <dgm:prSet presAssocID="{22750857-C711-407D-B022-35B7B5F9D69C}" presName="childComposite" presStyleCnt="0">
        <dgm:presLayoutVars>
          <dgm:chMax val="0"/>
          <dgm:chPref val="0"/>
        </dgm:presLayoutVars>
      </dgm:prSet>
      <dgm:spPr/>
    </dgm:pt>
    <dgm:pt modelId="{E6C780DB-DCEE-4AB4-91BD-FB637C4ACBC4}" type="pres">
      <dgm:prSet presAssocID="{22750857-C711-407D-B022-35B7B5F9D69C}" presName="ChildAccent" presStyleLbl="solidFgAcc1" presStyleIdx="3" presStyleCnt="9"/>
      <dgm:spPr/>
    </dgm:pt>
    <dgm:pt modelId="{AF7AC3D9-717D-4C0F-83A3-B5C264FD883C}" type="pres">
      <dgm:prSet presAssocID="{22750857-C711-407D-B022-35B7B5F9D69C}" presName="Child" presStyleLbl="revTx" presStyleIdx="4" presStyleCnt="11">
        <dgm:presLayoutVars>
          <dgm:chMax val="0"/>
          <dgm:chPref val="0"/>
          <dgm:bulletEnabled val="1"/>
        </dgm:presLayoutVars>
      </dgm:prSet>
      <dgm:spPr/>
    </dgm:pt>
    <dgm:pt modelId="{7CAD9033-43DE-40B1-9C41-35A762E61EE8}" type="pres">
      <dgm:prSet presAssocID="{AC531900-A5B6-44B5-8D6F-429CA9A4595D}" presName="childComposite" presStyleCnt="0">
        <dgm:presLayoutVars>
          <dgm:chMax val="0"/>
          <dgm:chPref val="0"/>
        </dgm:presLayoutVars>
      </dgm:prSet>
      <dgm:spPr/>
    </dgm:pt>
    <dgm:pt modelId="{9D5DF4C7-4485-441F-856B-23C45D3B4595}" type="pres">
      <dgm:prSet presAssocID="{AC531900-A5B6-44B5-8D6F-429CA9A4595D}" presName="ChildAccent" presStyleLbl="solidFgAcc1" presStyleIdx="4" presStyleCnt="9"/>
      <dgm:spPr/>
    </dgm:pt>
    <dgm:pt modelId="{130FD5D0-FB71-4870-ABA0-FA8E3E92F8AB}" type="pres">
      <dgm:prSet presAssocID="{AC531900-A5B6-44B5-8D6F-429CA9A4595D}" presName="Child" presStyleLbl="revTx" presStyleIdx="5" presStyleCnt="11">
        <dgm:presLayoutVars>
          <dgm:chMax val="0"/>
          <dgm:chPref val="0"/>
          <dgm:bulletEnabled val="1"/>
        </dgm:presLayoutVars>
      </dgm:prSet>
      <dgm:spPr/>
    </dgm:pt>
    <dgm:pt modelId="{D190D8BE-DE10-49D1-BF72-FE67C6C79C10}" type="pres">
      <dgm:prSet presAssocID="{776C98D1-3C4B-4070-A578-8ABFEC9DCCFA}" presName="childComposite" presStyleCnt="0">
        <dgm:presLayoutVars>
          <dgm:chMax val="0"/>
          <dgm:chPref val="0"/>
        </dgm:presLayoutVars>
      </dgm:prSet>
      <dgm:spPr/>
    </dgm:pt>
    <dgm:pt modelId="{0BC84EB7-6B95-4030-9288-800EB4F46A9B}" type="pres">
      <dgm:prSet presAssocID="{776C98D1-3C4B-4070-A578-8ABFEC9DCCFA}" presName="ChildAccent" presStyleLbl="solidFgAcc1" presStyleIdx="5" presStyleCnt="9"/>
      <dgm:spPr/>
    </dgm:pt>
    <dgm:pt modelId="{47B1C548-330A-4784-AA3C-3DBB8F95FD70}" type="pres">
      <dgm:prSet presAssocID="{776C98D1-3C4B-4070-A578-8ABFEC9DCCFA}" presName="Child" presStyleLbl="revTx" presStyleIdx="6" presStyleCnt="11">
        <dgm:presLayoutVars>
          <dgm:chMax val="0"/>
          <dgm:chPref val="0"/>
          <dgm:bulletEnabled val="1"/>
        </dgm:presLayoutVars>
      </dgm:prSet>
      <dgm:spPr/>
    </dgm:pt>
    <dgm:pt modelId="{82F075B3-0DB3-4378-8FED-CD5890D39C92}" type="pres">
      <dgm:prSet presAssocID="{BC718982-02D9-44F9-B266-9D0EB690BF7F}" presName="root" presStyleCnt="0">
        <dgm:presLayoutVars>
          <dgm:chMax/>
          <dgm:chPref/>
        </dgm:presLayoutVars>
      </dgm:prSet>
      <dgm:spPr/>
    </dgm:pt>
    <dgm:pt modelId="{35BA2CDD-2EE5-4C8B-ACB2-E96BE280104D}" type="pres">
      <dgm:prSet presAssocID="{BC718982-02D9-44F9-B266-9D0EB690BF7F}" presName="rootComposite" presStyleCnt="0">
        <dgm:presLayoutVars/>
      </dgm:prSet>
      <dgm:spPr/>
    </dgm:pt>
    <dgm:pt modelId="{6F72F098-43B0-4F7D-8382-F145F699B413}" type="pres">
      <dgm:prSet presAssocID="{BC718982-02D9-44F9-B266-9D0EB690BF7F}" presName="ParentAccent" presStyleLbl="alignNode1" presStyleIdx="1" presStyleCnt="2"/>
      <dgm:spPr/>
    </dgm:pt>
    <dgm:pt modelId="{8A97C7FF-528C-4A30-894C-39829EE13288}" type="pres">
      <dgm:prSet presAssocID="{BC718982-02D9-44F9-B266-9D0EB690BF7F}" presName="ParentSmallAccent" presStyleLbl="fgAcc1" presStyleIdx="1" presStyleCnt="2"/>
      <dgm:spPr/>
    </dgm:pt>
    <dgm:pt modelId="{0430BF32-64D5-4AFC-8692-2AA9A9319E98}" type="pres">
      <dgm:prSet presAssocID="{BC718982-02D9-44F9-B266-9D0EB690BF7F}" presName="Parent" presStyleLbl="revTx" presStyleIdx="7" presStyleCnt="11">
        <dgm:presLayoutVars>
          <dgm:chMax/>
          <dgm:chPref val="4"/>
          <dgm:bulletEnabled val="1"/>
        </dgm:presLayoutVars>
      </dgm:prSet>
      <dgm:spPr/>
    </dgm:pt>
    <dgm:pt modelId="{2C8A22ED-51C0-46CC-934E-822732912339}" type="pres">
      <dgm:prSet presAssocID="{BC718982-02D9-44F9-B266-9D0EB690BF7F}" presName="childShape" presStyleCnt="0">
        <dgm:presLayoutVars>
          <dgm:chMax val="0"/>
          <dgm:chPref val="0"/>
        </dgm:presLayoutVars>
      </dgm:prSet>
      <dgm:spPr/>
    </dgm:pt>
    <dgm:pt modelId="{D719E7DA-8C10-480E-BCBA-F5BB5E5785B7}" type="pres">
      <dgm:prSet presAssocID="{1350B093-A48D-4288-B552-E4FDF43070C6}" presName="childComposite" presStyleCnt="0">
        <dgm:presLayoutVars>
          <dgm:chMax val="0"/>
          <dgm:chPref val="0"/>
        </dgm:presLayoutVars>
      </dgm:prSet>
      <dgm:spPr/>
    </dgm:pt>
    <dgm:pt modelId="{F9419DD4-1497-47CA-8CFC-30CD70C69C52}" type="pres">
      <dgm:prSet presAssocID="{1350B093-A48D-4288-B552-E4FDF43070C6}" presName="ChildAccent" presStyleLbl="solidFgAcc1" presStyleIdx="6" presStyleCnt="9"/>
      <dgm:spPr/>
    </dgm:pt>
    <dgm:pt modelId="{6DA3AD0A-71C3-4E80-81EF-DB09415A4443}" type="pres">
      <dgm:prSet presAssocID="{1350B093-A48D-4288-B552-E4FDF43070C6}" presName="Child" presStyleLbl="revTx" presStyleIdx="8" presStyleCnt="11">
        <dgm:presLayoutVars>
          <dgm:chMax val="0"/>
          <dgm:chPref val="0"/>
          <dgm:bulletEnabled val="1"/>
        </dgm:presLayoutVars>
      </dgm:prSet>
      <dgm:spPr/>
    </dgm:pt>
    <dgm:pt modelId="{84896D3B-81B4-41D2-92BC-E5C83D0D1541}" type="pres">
      <dgm:prSet presAssocID="{483CBC0A-9EA9-4F7E-B6DD-1296D2E90ADF}" presName="childComposite" presStyleCnt="0">
        <dgm:presLayoutVars>
          <dgm:chMax val="0"/>
          <dgm:chPref val="0"/>
        </dgm:presLayoutVars>
      </dgm:prSet>
      <dgm:spPr/>
    </dgm:pt>
    <dgm:pt modelId="{4F0E0F8B-7821-46BF-8365-138E78E6440D}" type="pres">
      <dgm:prSet presAssocID="{483CBC0A-9EA9-4F7E-B6DD-1296D2E90ADF}" presName="ChildAccent" presStyleLbl="solidFgAcc1" presStyleIdx="7" presStyleCnt="9"/>
      <dgm:spPr/>
    </dgm:pt>
    <dgm:pt modelId="{5CD19B01-EC51-480A-AFD9-88D6E95A035B}" type="pres">
      <dgm:prSet presAssocID="{483CBC0A-9EA9-4F7E-B6DD-1296D2E90ADF}" presName="Child" presStyleLbl="revTx" presStyleIdx="9" presStyleCnt="11">
        <dgm:presLayoutVars>
          <dgm:chMax val="0"/>
          <dgm:chPref val="0"/>
          <dgm:bulletEnabled val="1"/>
        </dgm:presLayoutVars>
      </dgm:prSet>
      <dgm:spPr/>
    </dgm:pt>
    <dgm:pt modelId="{16B27373-5372-449F-AB98-09D0541BAF08}" type="pres">
      <dgm:prSet presAssocID="{CBDBD36E-4667-4282-912A-9516FE2CE7EA}" presName="childComposite" presStyleCnt="0">
        <dgm:presLayoutVars>
          <dgm:chMax val="0"/>
          <dgm:chPref val="0"/>
        </dgm:presLayoutVars>
      </dgm:prSet>
      <dgm:spPr/>
    </dgm:pt>
    <dgm:pt modelId="{F40E62D2-FB83-4C43-8DAD-6EFC9BE73158}" type="pres">
      <dgm:prSet presAssocID="{CBDBD36E-4667-4282-912A-9516FE2CE7EA}" presName="ChildAccent" presStyleLbl="solidFgAcc1" presStyleIdx="8" presStyleCnt="9"/>
      <dgm:spPr/>
    </dgm:pt>
    <dgm:pt modelId="{8F707165-0569-4D21-8194-DC0CE8B1BE17}" type="pres">
      <dgm:prSet presAssocID="{CBDBD36E-4667-4282-912A-9516FE2CE7EA}" presName="Child" presStyleLbl="revTx" presStyleIdx="10" presStyleCnt="11">
        <dgm:presLayoutVars>
          <dgm:chMax val="0"/>
          <dgm:chPref val="0"/>
          <dgm:bulletEnabled val="1"/>
        </dgm:presLayoutVars>
      </dgm:prSet>
      <dgm:spPr/>
    </dgm:pt>
  </dgm:ptLst>
  <dgm:cxnLst>
    <dgm:cxn modelId="{123B580C-1F8A-45F9-8082-4A69CF9FDB09}" type="presOf" srcId="{CBDBD36E-4667-4282-912A-9516FE2CE7EA}" destId="{8F707165-0569-4D21-8194-DC0CE8B1BE17}" srcOrd="0" destOrd="0" presId="urn:microsoft.com/office/officeart/2008/layout/SquareAccentList#1"/>
    <dgm:cxn modelId="{A6EABC16-CE68-4E7D-8E41-AB8C1BC0B1CF}" srcId="{994BB2FD-5032-4054-A0D7-89A23643ADA3}" destId="{BC718982-02D9-44F9-B266-9D0EB690BF7F}" srcOrd="1" destOrd="0" parTransId="{753E7C63-028D-4264-A57E-78F1979D90F0}" sibTransId="{FF41F80F-AEEE-4D39-BF2B-25446A91924D}"/>
    <dgm:cxn modelId="{7130E417-214F-463D-94DA-CE11DB3BC7AD}" type="presOf" srcId="{776C98D1-3C4B-4070-A578-8ABFEC9DCCFA}" destId="{47B1C548-330A-4784-AA3C-3DBB8F95FD70}" srcOrd="0" destOrd="0" presId="urn:microsoft.com/office/officeart/2008/layout/SquareAccentList#1"/>
    <dgm:cxn modelId="{25BDB329-F542-45DB-8639-2526447D99A1}" type="presOf" srcId="{BC718982-02D9-44F9-B266-9D0EB690BF7F}" destId="{0430BF32-64D5-4AFC-8692-2AA9A9319E98}" srcOrd="0" destOrd="0" presId="urn:microsoft.com/office/officeart/2008/layout/SquareAccentList#1"/>
    <dgm:cxn modelId="{7296E129-BCE1-4BA1-B9E5-0B43C87F5280}" type="presOf" srcId="{B20412F2-8635-4F75-9086-EEF23A351A7F}" destId="{18F2565D-538A-446A-BC83-BCCAE985D31A}" srcOrd="0" destOrd="0" presId="urn:microsoft.com/office/officeart/2008/layout/SquareAccentList#1"/>
    <dgm:cxn modelId="{CDF3522B-D7EF-40A1-A628-64024D4F0711}" type="presOf" srcId="{22750857-C711-407D-B022-35B7B5F9D69C}" destId="{AF7AC3D9-717D-4C0F-83A3-B5C264FD883C}" srcOrd="0" destOrd="0" presId="urn:microsoft.com/office/officeart/2008/layout/SquareAccentList#1"/>
    <dgm:cxn modelId="{E4CC4330-AF28-432F-8CA5-70919607A1FE}" srcId="{994BB2FD-5032-4054-A0D7-89A23643ADA3}" destId="{1098BEAB-BC58-4962-87E5-73549C03D3FB}" srcOrd="0" destOrd="0" parTransId="{7DA08C3D-2F11-4272-805D-40B4A5C7A758}" sibTransId="{97B2D48E-466C-4982-9BCD-A74A1B17615C}"/>
    <dgm:cxn modelId="{52EE2637-6378-4ABC-B1BB-578E5F200C9F}" type="presOf" srcId="{1098BEAB-BC58-4962-87E5-73549C03D3FB}" destId="{CAE16F56-0A56-4D29-B077-877DCEEDF619}" srcOrd="0" destOrd="0" presId="urn:microsoft.com/office/officeart/2008/layout/SquareAccentList#1"/>
    <dgm:cxn modelId="{1AAA123D-1095-49D5-8C5D-A9D2059FFAF0}" type="presOf" srcId="{994BB2FD-5032-4054-A0D7-89A23643ADA3}" destId="{962485D6-CA4E-475E-AB2E-4D91060CFF28}" srcOrd="0" destOrd="0" presId="urn:microsoft.com/office/officeart/2008/layout/SquareAccentList#1"/>
    <dgm:cxn modelId="{D7BE3A4C-122C-457D-A67D-911AA7E92F2B}" type="presOf" srcId="{483CBC0A-9EA9-4F7E-B6DD-1296D2E90ADF}" destId="{5CD19B01-EC51-480A-AFD9-88D6E95A035B}" srcOrd="0" destOrd="0" presId="urn:microsoft.com/office/officeart/2008/layout/SquareAccentList#1"/>
    <dgm:cxn modelId="{1CDED55D-DA4A-431A-95AF-47A742329BA7}" type="presOf" srcId="{1350B093-A48D-4288-B552-E4FDF43070C6}" destId="{6DA3AD0A-71C3-4E80-81EF-DB09415A4443}" srcOrd="0" destOrd="0" presId="urn:microsoft.com/office/officeart/2008/layout/SquareAccentList#1"/>
    <dgm:cxn modelId="{C4AE675F-B11B-4523-86C2-6728D083E3F8}" srcId="{1098BEAB-BC58-4962-87E5-73549C03D3FB}" destId="{22750857-C711-407D-B022-35B7B5F9D69C}" srcOrd="3" destOrd="0" parTransId="{870F58B7-A63F-4E13-81B2-B68C45294A4D}" sibTransId="{E6003D67-FF0B-4F2E-9072-BCC8198916E7}"/>
    <dgm:cxn modelId="{64B21264-EBA6-4C1C-9A0A-207D50C1AF25}" srcId="{1098BEAB-BC58-4962-87E5-73549C03D3FB}" destId="{AC531900-A5B6-44B5-8D6F-429CA9A4595D}" srcOrd="4" destOrd="0" parTransId="{5807C9FD-72E5-4C44-AFEE-841E9F3FE20D}" sibTransId="{FE90BF92-DC38-4235-896C-A81F6AE592BD}"/>
    <dgm:cxn modelId="{C6F05265-61C8-417F-B6E0-0DB492624495}" type="presOf" srcId="{48AE78CE-8362-4569-A128-2D7347A202DE}" destId="{AB57165E-F58A-42B4-817B-1FE90DDFB3D3}" srcOrd="0" destOrd="0" presId="urn:microsoft.com/office/officeart/2008/layout/SquareAccentList#1"/>
    <dgm:cxn modelId="{A951A066-C644-4F05-9813-A5BBD869AA5F}" type="presOf" srcId="{AC531900-A5B6-44B5-8D6F-429CA9A4595D}" destId="{130FD5D0-FB71-4870-ABA0-FA8E3E92F8AB}" srcOrd="0" destOrd="0" presId="urn:microsoft.com/office/officeart/2008/layout/SquareAccentList#1"/>
    <dgm:cxn modelId="{BA2BA574-9CDB-47A5-9292-4911393F14D4}" srcId="{BC718982-02D9-44F9-B266-9D0EB690BF7F}" destId="{1350B093-A48D-4288-B552-E4FDF43070C6}" srcOrd="0" destOrd="0" parTransId="{BF6F3E6E-E1C2-4FC6-9EA8-0265D53DAB5C}" sibTransId="{B72460E6-2BB3-45BE-A6D3-285E35034476}"/>
    <dgm:cxn modelId="{D2693E8D-7E44-4E70-8DC1-F14D12F29DF7}" srcId="{BC718982-02D9-44F9-B266-9D0EB690BF7F}" destId="{CBDBD36E-4667-4282-912A-9516FE2CE7EA}" srcOrd="2" destOrd="0" parTransId="{C6CFE0E1-2279-4E7A-99F7-2D54399A8B86}" sibTransId="{1D113165-24C3-4A55-BA87-68F58BF9F43A}"/>
    <dgm:cxn modelId="{78B8DEA4-5E70-4BAF-86AD-C87A76917F20}" type="presOf" srcId="{4BE9A96B-BE94-46CD-A71B-46C0BF27EAE9}" destId="{F2C69CE1-C15B-4B80-AA03-BCDACBD6516C}" srcOrd="0" destOrd="0" presId="urn:microsoft.com/office/officeart/2008/layout/SquareAccentList#1"/>
    <dgm:cxn modelId="{0B47F9B4-4549-4994-9E18-D59E791D05D8}" srcId="{1098BEAB-BC58-4962-87E5-73549C03D3FB}" destId="{776C98D1-3C4B-4070-A578-8ABFEC9DCCFA}" srcOrd="5" destOrd="0" parTransId="{0EFB7807-B666-48AF-BD20-AD7EBEA4C2AD}" sibTransId="{4B5EA26F-DC83-4911-969A-EA5C4C13BD5C}"/>
    <dgm:cxn modelId="{011BB1DA-BA26-477A-BD7A-7480F4CBEE55}" srcId="{BC718982-02D9-44F9-B266-9D0EB690BF7F}" destId="{483CBC0A-9EA9-4F7E-B6DD-1296D2E90ADF}" srcOrd="1" destOrd="0" parTransId="{2311D597-6670-4EA5-95CB-A211FADE6992}" sibTransId="{56AE7664-8D7E-41DC-B800-3CE0E44603FF}"/>
    <dgm:cxn modelId="{126802F6-BE89-48F7-A779-38B9361A8FAA}" srcId="{1098BEAB-BC58-4962-87E5-73549C03D3FB}" destId="{4BE9A96B-BE94-46CD-A71B-46C0BF27EAE9}" srcOrd="0" destOrd="0" parTransId="{EDC301A2-DEF3-4EBB-9CFC-FCA2DB6DF861}" sibTransId="{8DCD2EE9-6F3A-4760-B684-C16ED966DE35}"/>
    <dgm:cxn modelId="{32DD3AF7-F96C-482F-856C-07D68843B2D6}" srcId="{1098BEAB-BC58-4962-87E5-73549C03D3FB}" destId="{48AE78CE-8362-4569-A128-2D7347A202DE}" srcOrd="1" destOrd="0" parTransId="{D45C38AA-5FBA-4347-B4CF-0264EECF8CFF}" sibTransId="{722DF853-6C0C-4B59-9319-2856EE3FA047}"/>
    <dgm:cxn modelId="{321985FC-53C9-46C2-9FC2-3B82E093DD7B}" srcId="{1098BEAB-BC58-4962-87E5-73549C03D3FB}" destId="{B20412F2-8635-4F75-9086-EEF23A351A7F}" srcOrd="2" destOrd="0" parTransId="{9C070336-077D-4224-8D1A-BC12F6363C6B}" sibTransId="{3008A456-50E7-4053-8128-1076284CA35A}"/>
    <dgm:cxn modelId="{BA4C7C5E-4244-4905-BE7B-4C4F713C09E8}" type="presParOf" srcId="{962485D6-CA4E-475E-AB2E-4D91060CFF28}" destId="{D9C10D2B-0BCB-423F-9AA6-A46133160123}" srcOrd="0" destOrd="0" presId="urn:microsoft.com/office/officeart/2008/layout/SquareAccentList#1"/>
    <dgm:cxn modelId="{1176A19F-19D4-4406-825D-382BAF7073C1}" type="presParOf" srcId="{D9C10D2B-0BCB-423F-9AA6-A46133160123}" destId="{A33504B6-42F4-4DF2-9BED-5F3EEAF32918}" srcOrd="0" destOrd="0" presId="urn:microsoft.com/office/officeart/2008/layout/SquareAccentList#1"/>
    <dgm:cxn modelId="{B87949DE-DC6A-4F94-8CBF-06D649823D64}" type="presParOf" srcId="{A33504B6-42F4-4DF2-9BED-5F3EEAF32918}" destId="{C28877A3-520F-4B74-B331-D7C055403A1D}" srcOrd="0" destOrd="0" presId="urn:microsoft.com/office/officeart/2008/layout/SquareAccentList#1"/>
    <dgm:cxn modelId="{5FBC7CE7-18FE-4D0C-9E31-2FF1EE2D266A}" type="presParOf" srcId="{A33504B6-42F4-4DF2-9BED-5F3EEAF32918}" destId="{C4BAD92C-B200-4821-BCC7-C59A76224B66}" srcOrd="1" destOrd="0" presId="urn:microsoft.com/office/officeart/2008/layout/SquareAccentList#1"/>
    <dgm:cxn modelId="{BAB83598-3C3A-4E3D-8AC7-F9DBF0F22DE3}" type="presParOf" srcId="{A33504B6-42F4-4DF2-9BED-5F3EEAF32918}" destId="{CAE16F56-0A56-4D29-B077-877DCEEDF619}" srcOrd="2" destOrd="0" presId="urn:microsoft.com/office/officeart/2008/layout/SquareAccentList#1"/>
    <dgm:cxn modelId="{6D6EC137-7A44-434F-9E06-878B94556DC8}" type="presParOf" srcId="{D9C10D2B-0BCB-423F-9AA6-A46133160123}" destId="{5D800261-E7CD-4AE0-A902-2808A46803B5}" srcOrd="1" destOrd="0" presId="urn:microsoft.com/office/officeart/2008/layout/SquareAccentList#1"/>
    <dgm:cxn modelId="{C8B8E085-A8C3-4B6F-BF77-3458D07F68A8}" type="presParOf" srcId="{5D800261-E7CD-4AE0-A902-2808A46803B5}" destId="{5E8F9F4E-81C7-475B-8BB6-A5015ACA4413}" srcOrd="0" destOrd="0" presId="urn:microsoft.com/office/officeart/2008/layout/SquareAccentList#1"/>
    <dgm:cxn modelId="{153AF70F-9148-4873-BE13-5571197503DF}" type="presParOf" srcId="{5E8F9F4E-81C7-475B-8BB6-A5015ACA4413}" destId="{70E014CD-394C-4BF5-98A7-D118A857541A}" srcOrd="0" destOrd="0" presId="urn:microsoft.com/office/officeart/2008/layout/SquareAccentList#1"/>
    <dgm:cxn modelId="{1877ED05-A666-4EC2-AD3F-B8DA6ED4D6B8}" type="presParOf" srcId="{5E8F9F4E-81C7-475B-8BB6-A5015ACA4413}" destId="{F2C69CE1-C15B-4B80-AA03-BCDACBD6516C}" srcOrd="1" destOrd="0" presId="urn:microsoft.com/office/officeart/2008/layout/SquareAccentList#1"/>
    <dgm:cxn modelId="{AA80E530-20F9-48D2-86DA-D14DB2A80208}" type="presParOf" srcId="{5D800261-E7CD-4AE0-A902-2808A46803B5}" destId="{3EDE1038-CB35-432C-B887-FBBC0BB1479D}" srcOrd="1" destOrd="0" presId="urn:microsoft.com/office/officeart/2008/layout/SquareAccentList#1"/>
    <dgm:cxn modelId="{C027C8FE-2C91-472F-9313-5666FF368018}" type="presParOf" srcId="{3EDE1038-CB35-432C-B887-FBBC0BB1479D}" destId="{FEFC123A-455F-4CDD-B41E-FCFB82BBADDD}" srcOrd="0" destOrd="0" presId="urn:microsoft.com/office/officeart/2008/layout/SquareAccentList#1"/>
    <dgm:cxn modelId="{25680BC4-D61D-42C8-B95B-A6B588F62853}" type="presParOf" srcId="{3EDE1038-CB35-432C-B887-FBBC0BB1479D}" destId="{AB57165E-F58A-42B4-817B-1FE90DDFB3D3}" srcOrd="1" destOrd="0" presId="urn:microsoft.com/office/officeart/2008/layout/SquareAccentList#1"/>
    <dgm:cxn modelId="{2BBD2930-3D0E-4DE4-90AB-9071FF1C3BBE}" type="presParOf" srcId="{5D800261-E7CD-4AE0-A902-2808A46803B5}" destId="{6B1CAE65-8D5A-45D8-9A1D-090BF27F7F52}" srcOrd="2" destOrd="0" presId="urn:microsoft.com/office/officeart/2008/layout/SquareAccentList#1"/>
    <dgm:cxn modelId="{E4E48CFE-A5A7-4E87-AF3A-7E3E988ACCC5}" type="presParOf" srcId="{6B1CAE65-8D5A-45D8-9A1D-090BF27F7F52}" destId="{6C89AE60-58D7-49DB-97F2-A1C855CD991B}" srcOrd="0" destOrd="0" presId="urn:microsoft.com/office/officeart/2008/layout/SquareAccentList#1"/>
    <dgm:cxn modelId="{856404D2-AED3-4DF3-97CA-770EEAB1A783}" type="presParOf" srcId="{6B1CAE65-8D5A-45D8-9A1D-090BF27F7F52}" destId="{18F2565D-538A-446A-BC83-BCCAE985D31A}" srcOrd="1" destOrd="0" presId="urn:microsoft.com/office/officeart/2008/layout/SquareAccentList#1"/>
    <dgm:cxn modelId="{E31EE533-BAA0-41EA-B8FC-90AFF2AC50E8}" type="presParOf" srcId="{5D800261-E7CD-4AE0-A902-2808A46803B5}" destId="{E9F545B4-037A-4F29-853D-762C70532528}" srcOrd="3" destOrd="0" presId="urn:microsoft.com/office/officeart/2008/layout/SquareAccentList#1"/>
    <dgm:cxn modelId="{5CD471C2-DBCB-4D96-8718-891C680F2E24}" type="presParOf" srcId="{E9F545B4-037A-4F29-853D-762C70532528}" destId="{E6C780DB-DCEE-4AB4-91BD-FB637C4ACBC4}" srcOrd="0" destOrd="0" presId="urn:microsoft.com/office/officeart/2008/layout/SquareAccentList#1"/>
    <dgm:cxn modelId="{AFA5D0D2-6AED-4E23-A9B7-C42485D25D5D}" type="presParOf" srcId="{E9F545B4-037A-4F29-853D-762C70532528}" destId="{AF7AC3D9-717D-4C0F-83A3-B5C264FD883C}" srcOrd="1" destOrd="0" presId="urn:microsoft.com/office/officeart/2008/layout/SquareAccentList#1"/>
    <dgm:cxn modelId="{4A380C3A-2369-4131-AFC6-EBE5DA9A36DB}" type="presParOf" srcId="{5D800261-E7CD-4AE0-A902-2808A46803B5}" destId="{7CAD9033-43DE-40B1-9C41-35A762E61EE8}" srcOrd="4" destOrd="0" presId="urn:microsoft.com/office/officeart/2008/layout/SquareAccentList#1"/>
    <dgm:cxn modelId="{1D5D982A-4022-436C-B85F-274D13D046CA}" type="presParOf" srcId="{7CAD9033-43DE-40B1-9C41-35A762E61EE8}" destId="{9D5DF4C7-4485-441F-856B-23C45D3B4595}" srcOrd="0" destOrd="0" presId="urn:microsoft.com/office/officeart/2008/layout/SquareAccentList#1"/>
    <dgm:cxn modelId="{BA6086D0-8DD7-41B4-A436-05B6912C60BF}" type="presParOf" srcId="{7CAD9033-43DE-40B1-9C41-35A762E61EE8}" destId="{130FD5D0-FB71-4870-ABA0-FA8E3E92F8AB}" srcOrd="1" destOrd="0" presId="urn:microsoft.com/office/officeart/2008/layout/SquareAccentList#1"/>
    <dgm:cxn modelId="{F1DAFF36-C93E-431A-B3C8-F6F6F8F92B59}" type="presParOf" srcId="{5D800261-E7CD-4AE0-A902-2808A46803B5}" destId="{D190D8BE-DE10-49D1-BF72-FE67C6C79C10}" srcOrd="5" destOrd="0" presId="urn:microsoft.com/office/officeart/2008/layout/SquareAccentList#1"/>
    <dgm:cxn modelId="{40FA7208-9F60-4CE1-BD7B-4E59BE320009}" type="presParOf" srcId="{D190D8BE-DE10-49D1-BF72-FE67C6C79C10}" destId="{0BC84EB7-6B95-4030-9288-800EB4F46A9B}" srcOrd="0" destOrd="0" presId="urn:microsoft.com/office/officeart/2008/layout/SquareAccentList#1"/>
    <dgm:cxn modelId="{8E7D1930-F2E3-4A7E-AAF8-D2A3BFD160A2}" type="presParOf" srcId="{D190D8BE-DE10-49D1-BF72-FE67C6C79C10}" destId="{47B1C548-330A-4784-AA3C-3DBB8F95FD70}" srcOrd="1" destOrd="0" presId="urn:microsoft.com/office/officeart/2008/layout/SquareAccentList#1"/>
    <dgm:cxn modelId="{B9187164-B836-481F-AFE0-11CDE75DF242}" type="presParOf" srcId="{962485D6-CA4E-475E-AB2E-4D91060CFF28}" destId="{82F075B3-0DB3-4378-8FED-CD5890D39C92}" srcOrd="1" destOrd="0" presId="urn:microsoft.com/office/officeart/2008/layout/SquareAccentList#1"/>
    <dgm:cxn modelId="{8BE6F770-E843-4342-A88C-1DF3A44D5F73}" type="presParOf" srcId="{82F075B3-0DB3-4378-8FED-CD5890D39C92}" destId="{35BA2CDD-2EE5-4C8B-ACB2-E96BE280104D}" srcOrd="0" destOrd="0" presId="urn:microsoft.com/office/officeart/2008/layout/SquareAccentList#1"/>
    <dgm:cxn modelId="{2FD4B17C-ED55-4152-B829-D22613B5F2F4}" type="presParOf" srcId="{35BA2CDD-2EE5-4C8B-ACB2-E96BE280104D}" destId="{6F72F098-43B0-4F7D-8382-F145F699B413}" srcOrd="0" destOrd="0" presId="urn:microsoft.com/office/officeart/2008/layout/SquareAccentList#1"/>
    <dgm:cxn modelId="{87C0F7FB-0C8B-4617-A0BB-9FEE6D1916B2}" type="presParOf" srcId="{35BA2CDD-2EE5-4C8B-ACB2-E96BE280104D}" destId="{8A97C7FF-528C-4A30-894C-39829EE13288}" srcOrd="1" destOrd="0" presId="urn:microsoft.com/office/officeart/2008/layout/SquareAccentList#1"/>
    <dgm:cxn modelId="{33B3CDE6-7705-4564-A739-4429A0816807}" type="presParOf" srcId="{35BA2CDD-2EE5-4C8B-ACB2-E96BE280104D}" destId="{0430BF32-64D5-4AFC-8692-2AA9A9319E98}" srcOrd="2" destOrd="0" presId="urn:microsoft.com/office/officeart/2008/layout/SquareAccentList#1"/>
    <dgm:cxn modelId="{EF587160-819C-4425-8C1E-79DD82E1C488}" type="presParOf" srcId="{82F075B3-0DB3-4378-8FED-CD5890D39C92}" destId="{2C8A22ED-51C0-46CC-934E-822732912339}" srcOrd="1" destOrd="0" presId="urn:microsoft.com/office/officeart/2008/layout/SquareAccentList#1"/>
    <dgm:cxn modelId="{6FEAEDA8-D620-4939-A120-89EA3DD02365}" type="presParOf" srcId="{2C8A22ED-51C0-46CC-934E-822732912339}" destId="{D719E7DA-8C10-480E-BCBA-F5BB5E5785B7}" srcOrd="0" destOrd="0" presId="urn:microsoft.com/office/officeart/2008/layout/SquareAccentList#1"/>
    <dgm:cxn modelId="{5B79FC8B-C120-4337-B7DC-6E992E04245E}" type="presParOf" srcId="{D719E7DA-8C10-480E-BCBA-F5BB5E5785B7}" destId="{F9419DD4-1497-47CA-8CFC-30CD70C69C52}" srcOrd="0" destOrd="0" presId="urn:microsoft.com/office/officeart/2008/layout/SquareAccentList#1"/>
    <dgm:cxn modelId="{C27FDF53-104A-4887-9570-547337373195}" type="presParOf" srcId="{D719E7DA-8C10-480E-BCBA-F5BB5E5785B7}" destId="{6DA3AD0A-71C3-4E80-81EF-DB09415A4443}" srcOrd="1" destOrd="0" presId="urn:microsoft.com/office/officeart/2008/layout/SquareAccentList#1"/>
    <dgm:cxn modelId="{596234F5-C67D-44E5-B3CD-0FE522A0C481}" type="presParOf" srcId="{2C8A22ED-51C0-46CC-934E-822732912339}" destId="{84896D3B-81B4-41D2-92BC-E5C83D0D1541}" srcOrd="1" destOrd="0" presId="urn:microsoft.com/office/officeart/2008/layout/SquareAccentList#1"/>
    <dgm:cxn modelId="{1088CD08-44F6-4CF2-B1F4-923D201CBD44}" type="presParOf" srcId="{84896D3B-81B4-41D2-92BC-E5C83D0D1541}" destId="{4F0E0F8B-7821-46BF-8365-138E78E6440D}" srcOrd="0" destOrd="0" presId="urn:microsoft.com/office/officeart/2008/layout/SquareAccentList#1"/>
    <dgm:cxn modelId="{D0710CDD-5A0F-42EE-8D0A-D0EB620A1619}" type="presParOf" srcId="{84896D3B-81B4-41D2-92BC-E5C83D0D1541}" destId="{5CD19B01-EC51-480A-AFD9-88D6E95A035B}" srcOrd="1" destOrd="0" presId="urn:microsoft.com/office/officeart/2008/layout/SquareAccentList#1"/>
    <dgm:cxn modelId="{7DF07351-5385-4E01-B4DA-ECFA493E0C03}" type="presParOf" srcId="{2C8A22ED-51C0-46CC-934E-822732912339}" destId="{16B27373-5372-449F-AB98-09D0541BAF08}" srcOrd="2" destOrd="0" presId="urn:microsoft.com/office/officeart/2008/layout/SquareAccentList#1"/>
    <dgm:cxn modelId="{96751723-C4DC-41F2-9C8E-40410EAB542D}" type="presParOf" srcId="{16B27373-5372-449F-AB98-09D0541BAF08}" destId="{F40E62D2-FB83-4C43-8DAD-6EFC9BE73158}" srcOrd="0" destOrd="0" presId="urn:microsoft.com/office/officeart/2008/layout/SquareAccentList#1"/>
    <dgm:cxn modelId="{BFEE6E76-9CFF-4B05-A9E4-411ED7BE340F}" type="presParOf" srcId="{16B27373-5372-449F-AB98-09D0541BAF08}" destId="{8F707165-0569-4D21-8194-DC0CE8B1BE17}" srcOrd="1" destOrd="0" presId="urn:microsoft.com/office/officeart/2008/layout/SquareAccent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4F2A15-C2DF-4EFF-836E-B4684D228C8E}" type="doc">
      <dgm:prSet loTypeId="urn:microsoft.com/office/officeart/2005/8/layout/bProcess4#1" loCatId="process" qsTypeId="urn:microsoft.com/office/officeart/2005/8/quickstyle/simple2#1" qsCatId="simple" csTypeId="urn:microsoft.com/office/officeart/2005/8/colors/colorful1#2" csCatId="colorful" phldr="1"/>
      <dgm:spPr/>
      <dgm:t>
        <a:bodyPr/>
        <a:lstStyle/>
        <a:p>
          <a:endParaRPr lang="zh-CN" altLang="en-US"/>
        </a:p>
      </dgm:t>
    </dgm:pt>
    <dgm:pt modelId="{8BECA26C-810D-4442-B5E3-22C656D1A700}">
      <dgm:prSet phldrT="[文本]" custT="1"/>
      <dgm:spPr/>
      <dgm:t>
        <a:bodyPr/>
        <a:lstStyle/>
        <a:p>
          <a:r>
            <a:rPr lang="zh-CN" altLang="en-US" sz="1600">
              <a:solidFill>
                <a:schemeClr val="tx1"/>
              </a:solidFill>
            </a:rPr>
            <a:t>系统配置</a:t>
          </a:r>
          <a:endParaRPr lang="zh-CN" altLang="en-US" sz="1600" dirty="0">
            <a:solidFill>
              <a:schemeClr val="tx1"/>
            </a:solidFill>
          </a:endParaRPr>
        </a:p>
      </dgm:t>
    </dgm:pt>
    <dgm:pt modelId="{FC49CC7E-245F-49E8-A991-0376465D88DD}" cxnId="{E191F393-D8B8-4801-9FF4-C7967F02B359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E743FD60-86BC-47CE-B42A-0BCFB55746DE}" cxnId="{E191F393-D8B8-4801-9FF4-C7967F02B359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167370CA-DFB3-49C0-92C5-046DDB90C405}">
      <dgm:prSet phldrT="[文本]" custT="1"/>
      <dgm:spPr/>
      <dgm:t>
        <a:bodyPr/>
        <a:lstStyle/>
        <a:p>
          <a:r>
            <a:rPr lang="zh-CN" altLang="en-US" sz="1600">
              <a:solidFill>
                <a:schemeClr val="tx1"/>
              </a:solidFill>
            </a:rPr>
            <a:t>数据获取</a:t>
          </a:r>
          <a:endParaRPr lang="zh-CN" altLang="en-US" sz="1600" dirty="0">
            <a:solidFill>
              <a:schemeClr val="tx1"/>
            </a:solidFill>
          </a:endParaRPr>
        </a:p>
      </dgm:t>
    </dgm:pt>
    <dgm:pt modelId="{B2935CD6-89BF-4773-983A-0DBBA59A931C}" cxnId="{C38D70CD-5206-4B03-A2AE-158D920E060B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33B72BC1-DE34-4311-8C7D-46A6FC6BA4C4}" cxnId="{C38D70CD-5206-4B03-A2AE-158D920E060B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1595C60B-C4B0-473E-8AED-5ACB232C3AB8}">
      <dgm:prSet phldrT="[文本]" custT="1"/>
      <dgm:spPr/>
      <dgm:t>
        <a:bodyPr/>
        <a:lstStyle/>
        <a:p>
          <a:r>
            <a:rPr lang="zh-CN" altLang="en-US" sz="1600">
              <a:solidFill>
                <a:schemeClr val="tx1"/>
              </a:solidFill>
            </a:rPr>
            <a:t>质量控制</a:t>
          </a:r>
          <a:endParaRPr lang="zh-CN" altLang="en-US" sz="1600" dirty="0">
            <a:solidFill>
              <a:schemeClr val="tx1"/>
            </a:solidFill>
          </a:endParaRPr>
        </a:p>
      </dgm:t>
    </dgm:pt>
    <dgm:pt modelId="{1C59BD63-98F7-4319-984A-BF76D80BABBA}" cxnId="{5841BFAC-7B3E-4E35-A06D-D2686D38E5C0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BED89E4E-1D41-4505-8FF6-B9C6A709CD78}" cxnId="{5841BFAC-7B3E-4E35-A06D-D2686D38E5C0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19A0BE77-8573-41FD-9C18-CEDBAC97E6D7}">
      <dgm:prSet phldrT="[文本]" custT="1"/>
      <dgm:spPr/>
      <dgm:t>
        <a:bodyPr/>
        <a:lstStyle/>
        <a:p>
          <a:r>
            <a:rPr lang="zh-CN" altLang="en-US" sz="1600">
              <a:solidFill>
                <a:schemeClr val="tx1"/>
              </a:solidFill>
            </a:rPr>
            <a:t>比对组装</a:t>
          </a:r>
          <a:endParaRPr lang="zh-CN" altLang="en-US" sz="1600" dirty="0">
            <a:solidFill>
              <a:schemeClr val="tx1"/>
            </a:solidFill>
          </a:endParaRPr>
        </a:p>
      </dgm:t>
    </dgm:pt>
    <dgm:pt modelId="{2AFA2DF2-A3CA-4E32-8B10-024C46F5B49E}" cxnId="{50EDAB5E-6FFA-4DB7-AB90-D2CFCDAFB6B2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8B4C7200-7B3C-44B9-8236-AA9893A05B79}" cxnId="{50EDAB5E-6FFA-4DB7-AB90-D2CFCDAFB6B2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CDC30826-4B47-4735-A230-CCD54D22476B}">
      <dgm:prSet phldrT="[文本]" custT="1"/>
      <dgm:spPr/>
      <dgm:t>
        <a:bodyPr/>
        <a:lstStyle/>
        <a:p>
          <a:r>
            <a:rPr lang="zh-CN" altLang="en-US" sz="1600">
              <a:solidFill>
                <a:schemeClr val="tx1"/>
              </a:solidFill>
            </a:rPr>
            <a:t>表达定量</a:t>
          </a:r>
          <a:endParaRPr lang="zh-CN" altLang="en-US" sz="1600" dirty="0">
            <a:solidFill>
              <a:schemeClr val="tx1"/>
            </a:solidFill>
          </a:endParaRPr>
        </a:p>
      </dgm:t>
    </dgm:pt>
    <dgm:pt modelId="{980F90D6-B355-4CAD-A4FE-ABBBC697CBCE}" cxnId="{F05553ED-A9A7-44E9-A9B9-164F9A7173C2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71A830B3-ED53-47D6-B4CC-D252E986C19C}" cxnId="{F05553ED-A9A7-44E9-A9B9-164F9A7173C2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B3E9AEBB-45A8-4B93-89C2-BF928C5300E2}">
      <dgm:prSet phldrT="[文本]" custT="1"/>
      <dgm:spPr/>
      <dgm:t>
        <a:bodyPr/>
        <a:lstStyle/>
        <a:p>
          <a:r>
            <a:rPr lang="zh-CN" altLang="en-US" sz="1600">
              <a:solidFill>
                <a:schemeClr val="tx1"/>
              </a:solidFill>
            </a:rPr>
            <a:t>差异表达</a:t>
          </a:r>
          <a:endParaRPr lang="zh-CN" altLang="en-US" sz="1600" dirty="0">
            <a:solidFill>
              <a:schemeClr val="tx1"/>
            </a:solidFill>
          </a:endParaRPr>
        </a:p>
      </dgm:t>
    </dgm:pt>
    <dgm:pt modelId="{EB45F47B-46FE-49F1-B4B6-FA6610DBD6CD}" cxnId="{87597801-7FA1-46D2-BBA7-4BEA502115B3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1C2CA061-32AC-43B5-851E-3A7CF9C10F6B}" cxnId="{87597801-7FA1-46D2-BBA7-4BEA502115B3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F228BC8A-F0E1-4668-8F95-AF53B55EC1CA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tx1"/>
              </a:solidFill>
            </a:rPr>
            <a:t>聚类分析</a:t>
          </a:r>
        </a:p>
      </dgm:t>
    </dgm:pt>
    <dgm:pt modelId="{E3269A17-51F6-4E1E-A9BD-350F5B723E3D}" cxnId="{A7FBC794-F0DE-401A-85EC-E862B0359B34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AC52E31F-66C6-47DB-9B97-946D32266EBA}" cxnId="{A7FBC794-F0DE-401A-85EC-E862B0359B34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94B2A6D2-CB57-4A7A-8F00-85E202F4B42F}">
      <dgm:prSet phldrT="[文本]" custT="1"/>
      <dgm:spPr/>
      <dgm:t>
        <a:bodyPr/>
        <a:lstStyle/>
        <a:p>
          <a:r>
            <a:rPr lang="zh-CN" altLang="en-US" sz="1600">
              <a:solidFill>
                <a:schemeClr val="tx1"/>
              </a:solidFill>
            </a:rPr>
            <a:t>功能富集</a:t>
          </a:r>
          <a:endParaRPr lang="zh-CN" altLang="en-US" sz="1600" dirty="0">
            <a:solidFill>
              <a:schemeClr val="tx1"/>
            </a:solidFill>
          </a:endParaRPr>
        </a:p>
      </dgm:t>
    </dgm:pt>
    <dgm:pt modelId="{2C438731-58BE-42C1-9760-FEA8404557F2}" cxnId="{6A40C373-2531-42AF-A21E-595EF9FD0C4E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805A3CD7-1A72-4634-8FF0-5BE305B24FD8}" cxnId="{6A40C373-2531-42AF-A21E-595EF9FD0C4E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2B08B824-014C-4C55-B0C9-94790F8C5FF5}">
      <dgm:prSet phldrT="[文本]" custT="1"/>
      <dgm:spPr/>
      <dgm:t>
        <a:bodyPr/>
        <a:lstStyle/>
        <a:p>
          <a:r>
            <a:rPr lang="zh-CN" altLang="en-US" sz="1600">
              <a:solidFill>
                <a:schemeClr val="tx1"/>
              </a:solidFill>
            </a:rPr>
            <a:t>共表达网络</a:t>
          </a:r>
          <a:endParaRPr lang="zh-CN" altLang="en-US" sz="1600" dirty="0">
            <a:solidFill>
              <a:schemeClr val="tx1"/>
            </a:solidFill>
          </a:endParaRPr>
        </a:p>
      </dgm:t>
    </dgm:pt>
    <dgm:pt modelId="{35150FDB-4570-4B3B-A6D0-DD089C8D2DD2}" cxnId="{9C3326AB-BCA5-407A-B2DA-9D6BF697944E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B653ADF1-B494-46C1-9ABE-084ADD0ADDD5}" cxnId="{9C3326AB-BCA5-407A-B2DA-9D6BF697944E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43E782C7-39C1-48E1-9CE0-03747EFA205E}" type="pres">
      <dgm:prSet presAssocID="{594F2A15-C2DF-4EFF-836E-B4684D228C8E}" presName="Name0" presStyleCnt="0">
        <dgm:presLayoutVars>
          <dgm:dir/>
          <dgm:resizeHandles/>
        </dgm:presLayoutVars>
      </dgm:prSet>
      <dgm:spPr/>
    </dgm:pt>
    <dgm:pt modelId="{7CB10365-6B29-4CAB-BDC8-781F59C07887}" type="pres">
      <dgm:prSet presAssocID="{8BECA26C-810D-4442-B5E3-22C656D1A700}" presName="compNode" presStyleCnt="0"/>
      <dgm:spPr/>
    </dgm:pt>
    <dgm:pt modelId="{A1D01D3F-134D-40D5-8B45-CAEF68040BAB}" type="pres">
      <dgm:prSet presAssocID="{8BECA26C-810D-4442-B5E3-22C656D1A700}" presName="dummyConnPt" presStyleCnt="0"/>
      <dgm:spPr/>
    </dgm:pt>
    <dgm:pt modelId="{FABE9247-3823-4B1B-A614-355581F66A6F}" type="pres">
      <dgm:prSet presAssocID="{8BECA26C-810D-4442-B5E3-22C656D1A700}" presName="node" presStyleLbl="node1" presStyleIdx="0" presStyleCnt="9">
        <dgm:presLayoutVars>
          <dgm:bulletEnabled val="1"/>
        </dgm:presLayoutVars>
      </dgm:prSet>
      <dgm:spPr/>
    </dgm:pt>
    <dgm:pt modelId="{EAC3BFB9-A77C-4FB2-BD4B-258441C8607A}" type="pres">
      <dgm:prSet presAssocID="{E743FD60-86BC-47CE-B42A-0BCFB55746DE}" presName="sibTrans" presStyleLbl="bgSibTrans2D1" presStyleIdx="0" presStyleCnt="8"/>
      <dgm:spPr/>
    </dgm:pt>
    <dgm:pt modelId="{624D0414-0381-4E35-BB9C-0898320BC927}" type="pres">
      <dgm:prSet presAssocID="{167370CA-DFB3-49C0-92C5-046DDB90C405}" presName="compNode" presStyleCnt="0"/>
      <dgm:spPr/>
    </dgm:pt>
    <dgm:pt modelId="{986215DD-EB9F-44D4-8485-B698FBBBD515}" type="pres">
      <dgm:prSet presAssocID="{167370CA-DFB3-49C0-92C5-046DDB90C405}" presName="dummyConnPt" presStyleCnt="0"/>
      <dgm:spPr/>
    </dgm:pt>
    <dgm:pt modelId="{6C6CB9D5-1151-4836-BD06-3BA0F38643C5}" type="pres">
      <dgm:prSet presAssocID="{167370CA-DFB3-49C0-92C5-046DDB90C405}" presName="node" presStyleLbl="node1" presStyleIdx="1" presStyleCnt="9">
        <dgm:presLayoutVars>
          <dgm:bulletEnabled val="1"/>
        </dgm:presLayoutVars>
      </dgm:prSet>
      <dgm:spPr/>
    </dgm:pt>
    <dgm:pt modelId="{7978D7BB-22C1-4B94-A22B-6D9AD1B36955}" type="pres">
      <dgm:prSet presAssocID="{33B72BC1-DE34-4311-8C7D-46A6FC6BA4C4}" presName="sibTrans" presStyleLbl="bgSibTrans2D1" presStyleIdx="1" presStyleCnt="8"/>
      <dgm:spPr/>
    </dgm:pt>
    <dgm:pt modelId="{1E065F2E-AF31-4E45-8978-BD0641AE922A}" type="pres">
      <dgm:prSet presAssocID="{1595C60B-C4B0-473E-8AED-5ACB232C3AB8}" presName="compNode" presStyleCnt="0"/>
      <dgm:spPr/>
    </dgm:pt>
    <dgm:pt modelId="{C896B0F4-FAB0-4756-9464-C56DE493AD47}" type="pres">
      <dgm:prSet presAssocID="{1595C60B-C4B0-473E-8AED-5ACB232C3AB8}" presName="dummyConnPt" presStyleCnt="0"/>
      <dgm:spPr/>
    </dgm:pt>
    <dgm:pt modelId="{D05A9BAF-1E76-4DC5-A6ED-02523DD9390D}" type="pres">
      <dgm:prSet presAssocID="{1595C60B-C4B0-473E-8AED-5ACB232C3AB8}" presName="node" presStyleLbl="node1" presStyleIdx="2" presStyleCnt="9">
        <dgm:presLayoutVars>
          <dgm:bulletEnabled val="1"/>
        </dgm:presLayoutVars>
      </dgm:prSet>
      <dgm:spPr/>
    </dgm:pt>
    <dgm:pt modelId="{412ABB62-A0F6-442F-9B31-D5BA40F94655}" type="pres">
      <dgm:prSet presAssocID="{BED89E4E-1D41-4505-8FF6-B9C6A709CD78}" presName="sibTrans" presStyleLbl="bgSibTrans2D1" presStyleIdx="2" presStyleCnt="8"/>
      <dgm:spPr/>
    </dgm:pt>
    <dgm:pt modelId="{F9DB2EFA-3EA3-4EB6-9C8E-6B15FCD588F3}" type="pres">
      <dgm:prSet presAssocID="{19A0BE77-8573-41FD-9C18-CEDBAC97E6D7}" presName="compNode" presStyleCnt="0"/>
      <dgm:spPr/>
    </dgm:pt>
    <dgm:pt modelId="{06783265-BC18-4A10-8C2C-6C8F9B0707AB}" type="pres">
      <dgm:prSet presAssocID="{19A0BE77-8573-41FD-9C18-CEDBAC97E6D7}" presName="dummyConnPt" presStyleCnt="0"/>
      <dgm:spPr/>
    </dgm:pt>
    <dgm:pt modelId="{75D0970F-F0C4-4569-B859-02CA3CB5BFA8}" type="pres">
      <dgm:prSet presAssocID="{19A0BE77-8573-41FD-9C18-CEDBAC97E6D7}" presName="node" presStyleLbl="node1" presStyleIdx="3" presStyleCnt="9">
        <dgm:presLayoutVars>
          <dgm:bulletEnabled val="1"/>
        </dgm:presLayoutVars>
      </dgm:prSet>
      <dgm:spPr/>
    </dgm:pt>
    <dgm:pt modelId="{23F686B6-97D2-49BD-97B4-AC0F8488B352}" type="pres">
      <dgm:prSet presAssocID="{8B4C7200-7B3C-44B9-8236-AA9893A05B79}" presName="sibTrans" presStyleLbl="bgSibTrans2D1" presStyleIdx="3" presStyleCnt="8"/>
      <dgm:spPr/>
    </dgm:pt>
    <dgm:pt modelId="{D5051316-5FAB-42EA-98E0-701EB67D7528}" type="pres">
      <dgm:prSet presAssocID="{CDC30826-4B47-4735-A230-CCD54D22476B}" presName="compNode" presStyleCnt="0"/>
      <dgm:spPr/>
    </dgm:pt>
    <dgm:pt modelId="{ABACF646-305F-440E-8D74-B31463A394CB}" type="pres">
      <dgm:prSet presAssocID="{CDC30826-4B47-4735-A230-CCD54D22476B}" presName="dummyConnPt" presStyleCnt="0"/>
      <dgm:spPr/>
    </dgm:pt>
    <dgm:pt modelId="{254587BB-800B-471B-B757-6C448AB58D2C}" type="pres">
      <dgm:prSet presAssocID="{CDC30826-4B47-4735-A230-CCD54D22476B}" presName="node" presStyleLbl="node1" presStyleIdx="4" presStyleCnt="9">
        <dgm:presLayoutVars>
          <dgm:bulletEnabled val="1"/>
        </dgm:presLayoutVars>
      </dgm:prSet>
      <dgm:spPr/>
    </dgm:pt>
    <dgm:pt modelId="{6513386A-C18D-4D4A-A53B-E47E5930BA32}" type="pres">
      <dgm:prSet presAssocID="{71A830B3-ED53-47D6-B4CC-D252E986C19C}" presName="sibTrans" presStyleLbl="bgSibTrans2D1" presStyleIdx="4" presStyleCnt="8"/>
      <dgm:spPr/>
    </dgm:pt>
    <dgm:pt modelId="{E19602B8-E170-4080-9BDC-26100973F40C}" type="pres">
      <dgm:prSet presAssocID="{B3E9AEBB-45A8-4B93-89C2-BF928C5300E2}" presName="compNode" presStyleCnt="0"/>
      <dgm:spPr/>
    </dgm:pt>
    <dgm:pt modelId="{7D2FA5DA-C5FB-4F73-9761-4DEB6AFF5A23}" type="pres">
      <dgm:prSet presAssocID="{B3E9AEBB-45A8-4B93-89C2-BF928C5300E2}" presName="dummyConnPt" presStyleCnt="0"/>
      <dgm:spPr/>
    </dgm:pt>
    <dgm:pt modelId="{F70AD274-DB6F-4D5F-8359-E01830BDB33A}" type="pres">
      <dgm:prSet presAssocID="{B3E9AEBB-45A8-4B93-89C2-BF928C5300E2}" presName="node" presStyleLbl="node1" presStyleIdx="5" presStyleCnt="9">
        <dgm:presLayoutVars>
          <dgm:bulletEnabled val="1"/>
        </dgm:presLayoutVars>
      </dgm:prSet>
      <dgm:spPr/>
    </dgm:pt>
    <dgm:pt modelId="{96705212-12C3-4F42-B3A6-EE2743EC214C}" type="pres">
      <dgm:prSet presAssocID="{1C2CA061-32AC-43B5-851E-3A7CF9C10F6B}" presName="sibTrans" presStyleLbl="bgSibTrans2D1" presStyleIdx="5" presStyleCnt="8"/>
      <dgm:spPr/>
    </dgm:pt>
    <dgm:pt modelId="{BB7DB849-7BE7-4A42-92C3-C12D556D39A3}" type="pres">
      <dgm:prSet presAssocID="{F228BC8A-F0E1-4668-8F95-AF53B55EC1CA}" presName="compNode" presStyleCnt="0"/>
      <dgm:spPr/>
    </dgm:pt>
    <dgm:pt modelId="{E6B8CDF4-EC8A-43F4-ACB2-BBD3494485D1}" type="pres">
      <dgm:prSet presAssocID="{F228BC8A-F0E1-4668-8F95-AF53B55EC1CA}" presName="dummyConnPt" presStyleCnt="0"/>
      <dgm:spPr/>
    </dgm:pt>
    <dgm:pt modelId="{6CA1F901-B4FA-443A-AE07-E1B86DEA846A}" type="pres">
      <dgm:prSet presAssocID="{F228BC8A-F0E1-4668-8F95-AF53B55EC1CA}" presName="node" presStyleLbl="node1" presStyleIdx="6" presStyleCnt="9">
        <dgm:presLayoutVars>
          <dgm:bulletEnabled val="1"/>
        </dgm:presLayoutVars>
      </dgm:prSet>
      <dgm:spPr/>
    </dgm:pt>
    <dgm:pt modelId="{B9064433-B7EB-4BEC-B380-9D63685F32DD}" type="pres">
      <dgm:prSet presAssocID="{AC52E31F-66C6-47DB-9B97-946D32266EBA}" presName="sibTrans" presStyleLbl="bgSibTrans2D1" presStyleIdx="6" presStyleCnt="8"/>
      <dgm:spPr/>
    </dgm:pt>
    <dgm:pt modelId="{E16D5E05-D5CA-4861-B2B3-9C97ABA1B2CB}" type="pres">
      <dgm:prSet presAssocID="{94B2A6D2-CB57-4A7A-8F00-85E202F4B42F}" presName="compNode" presStyleCnt="0"/>
      <dgm:spPr/>
    </dgm:pt>
    <dgm:pt modelId="{578114A8-25DC-452C-8B93-A1AA3107F3E3}" type="pres">
      <dgm:prSet presAssocID="{94B2A6D2-CB57-4A7A-8F00-85E202F4B42F}" presName="dummyConnPt" presStyleCnt="0"/>
      <dgm:spPr/>
    </dgm:pt>
    <dgm:pt modelId="{F3677160-19ED-46EA-8B43-67AE747B6F51}" type="pres">
      <dgm:prSet presAssocID="{94B2A6D2-CB57-4A7A-8F00-85E202F4B42F}" presName="node" presStyleLbl="node1" presStyleIdx="7" presStyleCnt="9">
        <dgm:presLayoutVars>
          <dgm:bulletEnabled val="1"/>
        </dgm:presLayoutVars>
      </dgm:prSet>
      <dgm:spPr/>
    </dgm:pt>
    <dgm:pt modelId="{8F8922A5-AE20-492A-A2E5-C22A5FFD6AD2}" type="pres">
      <dgm:prSet presAssocID="{805A3CD7-1A72-4634-8FF0-5BE305B24FD8}" presName="sibTrans" presStyleLbl="bgSibTrans2D1" presStyleIdx="7" presStyleCnt="8"/>
      <dgm:spPr/>
    </dgm:pt>
    <dgm:pt modelId="{D3397B14-F57D-490E-9E4B-EE223D61991A}" type="pres">
      <dgm:prSet presAssocID="{2B08B824-014C-4C55-B0C9-94790F8C5FF5}" presName="compNode" presStyleCnt="0"/>
      <dgm:spPr/>
    </dgm:pt>
    <dgm:pt modelId="{17EE2037-0112-4A34-847A-645D1211543F}" type="pres">
      <dgm:prSet presAssocID="{2B08B824-014C-4C55-B0C9-94790F8C5FF5}" presName="dummyConnPt" presStyleCnt="0"/>
      <dgm:spPr/>
    </dgm:pt>
    <dgm:pt modelId="{05DE58B6-CB25-4474-A80F-56EBD4047627}" type="pres">
      <dgm:prSet presAssocID="{2B08B824-014C-4C55-B0C9-94790F8C5FF5}" presName="node" presStyleLbl="node1" presStyleIdx="8" presStyleCnt="9">
        <dgm:presLayoutVars>
          <dgm:bulletEnabled val="1"/>
        </dgm:presLayoutVars>
      </dgm:prSet>
      <dgm:spPr/>
    </dgm:pt>
  </dgm:ptLst>
  <dgm:cxnLst>
    <dgm:cxn modelId="{87597801-7FA1-46D2-BBA7-4BEA502115B3}" srcId="{594F2A15-C2DF-4EFF-836E-B4684D228C8E}" destId="{B3E9AEBB-45A8-4B93-89C2-BF928C5300E2}" srcOrd="5" destOrd="0" parTransId="{EB45F47B-46FE-49F1-B4B6-FA6610DBD6CD}" sibTransId="{1C2CA061-32AC-43B5-851E-3A7CF9C10F6B}"/>
    <dgm:cxn modelId="{70F1BC08-8802-400D-BAF7-A709EF343D90}" type="presOf" srcId="{CDC30826-4B47-4735-A230-CCD54D22476B}" destId="{254587BB-800B-471B-B757-6C448AB58D2C}" srcOrd="0" destOrd="0" presId="urn:microsoft.com/office/officeart/2005/8/layout/bProcess4#1"/>
    <dgm:cxn modelId="{0ACBF510-75A0-4B30-B2CA-0E21F2B93F4A}" type="presOf" srcId="{805A3CD7-1A72-4634-8FF0-5BE305B24FD8}" destId="{8F8922A5-AE20-492A-A2E5-C22A5FFD6AD2}" srcOrd="0" destOrd="0" presId="urn:microsoft.com/office/officeart/2005/8/layout/bProcess4#1"/>
    <dgm:cxn modelId="{BF464711-89CE-4EEE-B357-2031DA7004F5}" type="presOf" srcId="{1595C60B-C4B0-473E-8AED-5ACB232C3AB8}" destId="{D05A9BAF-1E76-4DC5-A6ED-02523DD9390D}" srcOrd="0" destOrd="0" presId="urn:microsoft.com/office/officeart/2005/8/layout/bProcess4#1"/>
    <dgm:cxn modelId="{64F5FC1B-58C1-436E-83EF-AFD15585DFCC}" type="presOf" srcId="{33B72BC1-DE34-4311-8C7D-46A6FC6BA4C4}" destId="{7978D7BB-22C1-4B94-A22B-6D9AD1B36955}" srcOrd="0" destOrd="0" presId="urn:microsoft.com/office/officeart/2005/8/layout/bProcess4#1"/>
    <dgm:cxn modelId="{23DC2629-AAE3-43AD-B788-2505FE432452}" type="presOf" srcId="{F228BC8A-F0E1-4668-8F95-AF53B55EC1CA}" destId="{6CA1F901-B4FA-443A-AE07-E1B86DEA846A}" srcOrd="0" destOrd="0" presId="urn:microsoft.com/office/officeart/2005/8/layout/bProcess4#1"/>
    <dgm:cxn modelId="{1CD6362A-B220-458B-94A2-3B75A750045F}" type="presOf" srcId="{1C2CA061-32AC-43B5-851E-3A7CF9C10F6B}" destId="{96705212-12C3-4F42-B3A6-EE2743EC214C}" srcOrd="0" destOrd="0" presId="urn:microsoft.com/office/officeart/2005/8/layout/bProcess4#1"/>
    <dgm:cxn modelId="{6484CF49-0F11-476B-99C3-377ECF2A315B}" type="presOf" srcId="{E743FD60-86BC-47CE-B42A-0BCFB55746DE}" destId="{EAC3BFB9-A77C-4FB2-BD4B-258441C8607A}" srcOrd="0" destOrd="0" presId="urn:microsoft.com/office/officeart/2005/8/layout/bProcess4#1"/>
    <dgm:cxn modelId="{026EC053-A9ED-4AAB-8E9F-79AF9F2F58BC}" type="presOf" srcId="{B3E9AEBB-45A8-4B93-89C2-BF928C5300E2}" destId="{F70AD274-DB6F-4D5F-8359-E01830BDB33A}" srcOrd="0" destOrd="0" presId="urn:microsoft.com/office/officeart/2005/8/layout/bProcess4#1"/>
    <dgm:cxn modelId="{1402095B-BE0D-4A02-85D4-2F88384CBDAF}" type="presOf" srcId="{BED89E4E-1D41-4505-8FF6-B9C6A709CD78}" destId="{412ABB62-A0F6-442F-9B31-D5BA40F94655}" srcOrd="0" destOrd="0" presId="urn:microsoft.com/office/officeart/2005/8/layout/bProcess4#1"/>
    <dgm:cxn modelId="{50EDAB5E-6FFA-4DB7-AB90-D2CFCDAFB6B2}" srcId="{594F2A15-C2DF-4EFF-836E-B4684D228C8E}" destId="{19A0BE77-8573-41FD-9C18-CEDBAC97E6D7}" srcOrd="3" destOrd="0" parTransId="{2AFA2DF2-A3CA-4E32-8B10-024C46F5B49E}" sibTransId="{8B4C7200-7B3C-44B9-8236-AA9893A05B79}"/>
    <dgm:cxn modelId="{542D6868-B924-4B06-B1B8-2707F0A3B117}" type="presOf" srcId="{AC52E31F-66C6-47DB-9B97-946D32266EBA}" destId="{B9064433-B7EB-4BEC-B380-9D63685F32DD}" srcOrd="0" destOrd="0" presId="urn:microsoft.com/office/officeart/2005/8/layout/bProcess4#1"/>
    <dgm:cxn modelId="{D7E3DB69-87F4-497D-B721-E39595885631}" type="presOf" srcId="{19A0BE77-8573-41FD-9C18-CEDBAC97E6D7}" destId="{75D0970F-F0C4-4569-B859-02CA3CB5BFA8}" srcOrd="0" destOrd="0" presId="urn:microsoft.com/office/officeart/2005/8/layout/bProcess4#1"/>
    <dgm:cxn modelId="{6A40C373-2531-42AF-A21E-595EF9FD0C4E}" srcId="{594F2A15-C2DF-4EFF-836E-B4684D228C8E}" destId="{94B2A6D2-CB57-4A7A-8F00-85E202F4B42F}" srcOrd="7" destOrd="0" parTransId="{2C438731-58BE-42C1-9760-FEA8404557F2}" sibTransId="{805A3CD7-1A72-4634-8FF0-5BE305B24FD8}"/>
    <dgm:cxn modelId="{C901A489-C618-44CD-93D2-4E5C984AB2E5}" type="presOf" srcId="{8B4C7200-7B3C-44B9-8236-AA9893A05B79}" destId="{23F686B6-97D2-49BD-97B4-AC0F8488B352}" srcOrd="0" destOrd="0" presId="urn:microsoft.com/office/officeart/2005/8/layout/bProcess4#1"/>
    <dgm:cxn modelId="{4BC5FB90-3A67-4C09-B0FA-9F186A1D4814}" type="presOf" srcId="{2B08B824-014C-4C55-B0C9-94790F8C5FF5}" destId="{05DE58B6-CB25-4474-A80F-56EBD4047627}" srcOrd="0" destOrd="0" presId="urn:microsoft.com/office/officeart/2005/8/layout/bProcess4#1"/>
    <dgm:cxn modelId="{E191F393-D8B8-4801-9FF4-C7967F02B359}" srcId="{594F2A15-C2DF-4EFF-836E-B4684D228C8E}" destId="{8BECA26C-810D-4442-B5E3-22C656D1A700}" srcOrd="0" destOrd="0" parTransId="{FC49CC7E-245F-49E8-A991-0376465D88DD}" sibTransId="{E743FD60-86BC-47CE-B42A-0BCFB55746DE}"/>
    <dgm:cxn modelId="{A7FBC794-F0DE-401A-85EC-E862B0359B34}" srcId="{594F2A15-C2DF-4EFF-836E-B4684D228C8E}" destId="{F228BC8A-F0E1-4668-8F95-AF53B55EC1CA}" srcOrd="6" destOrd="0" parTransId="{E3269A17-51F6-4E1E-A9BD-350F5B723E3D}" sibTransId="{AC52E31F-66C6-47DB-9B97-946D32266EBA}"/>
    <dgm:cxn modelId="{03F10895-978C-4C19-9B4F-180069674798}" type="presOf" srcId="{71A830B3-ED53-47D6-B4CC-D252E986C19C}" destId="{6513386A-C18D-4D4A-A53B-E47E5930BA32}" srcOrd="0" destOrd="0" presId="urn:microsoft.com/office/officeart/2005/8/layout/bProcess4#1"/>
    <dgm:cxn modelId="{9C3326AB-BCA5-407A-B2DA-9D6BF697944E}" srcId="{594F2A15-C2DF-4EFF-836E-B4684D228C8E}" destId="{2B08B824-014C-4C55-B0C9-94790F8C5FF5}" srcOrd="8" destOrd="0" parTransId="{35150FDB-4570-4B3B-A6D0-DD089C8D2DD2}" sibTransId="{B653ADF1-B494-46C1-9ABE-084ADD0ADDD5}"/>
    <dgm:cxn modelId="{5841BFAC-7B3E-4E35-A06D-D2686D38E5C0}" srcId="{594F2A15-C2DF-4EFF-836E-B4684D228C8E}" destId="{1595C60B-C4B0-473E-8AED-5ACB232C3AB8}" srcOrd="2" destOrd="0" parTransId="{1C59BD63-98F7-4319-984A-BF76D80BABBA}" sibTransId="{BED89E4E-1D41-4505-8FF6-B9C6A709CD78}"/>
    <dgm:cxn modelId="{F7C07EB3-B06D-4FE6-B6B3-07D45F46CB63}" type="presOf" srcId="{94B2A6D2-CB57-4A7A-8F00-85E202F4B42F}" destId="{F3677160-19ED-46EA-8B43-67AE747B6F51}" srcOrd="0" destOrd="0" presId="urn:microsoft.com/office/officeart/2005/8/layout/bProcess4#1"/>
    <dgm:cxn modelId="{5E747DC6-C75A-4963-9C2F-1C459433AA92}" type="presOf" srcId="{594F2A15-C2DF-4EFF-836E-B4684D228C8E}" destId="{43E782C7-39C1-48E1-9CE0-03747EFA205E}" srcOrd="0" destOrd="0" presId="urn:microsoft.com/office/officeart/2005/8/layout/bProcess4#1"/>
    <dgm:cxn modelId="{C38D70CD-5206-4B03-A2AE-158D920E060B}" srcId="{594F2A15-C2DF-4EFF-836E-B4684D228C8E}" destId="{167370CA-DFB3-49C0-92C5-046DDB90C405}" srcOrd="1" destOrd="0" parTransId="{B2935CD6-89BF-4773-983A-0DBBA59A931C}" sibTransId="{33B72BC1-DE34-4311-8C7D-46A6FC6BA4C4}"/>
    <dgm:cxn modelId="{90AF4AD1-C022-4186-9D84-02A5C66D8DF9}" type="presOf" srcId="{8BECA26C-810D-4442-B5E3-22C656D1A700}" destId="{FABE9247-3823-4B1B-A614-355581F66A6F}" srcOrd="0" destOrd="0" presId="urn:microsoft.com/office/officeart/2005/8/layout/bProcess4#1"/>
    <dgm:cxn modelId="{F05553ED-A9A7-44E9-A9B9-164F9A7173C2}" srcId="{594F2A15-C2DF-4EFF-836E-B4684D228C8E}" destId="{CDC30826-4B47-4735-A230-CCD54D22476B}" srcOrd="4" destOrd="0" parTransId="{980F90D6-B355-4CAD-A4FE-ABBBC697CBCE}" sibTransId="{71A830B3-ED53-47D6-B4CC-D252E986C19C}"/>
    <dgm:cxn modelId="{9222E2FE-174D-4942-979F-71EBB436BE6B}" type="presOf" srcId="{167370CA-DFB3-49C0-92C5-046DDB90C405}" destId="{6C6CB9D5-1151-4836-BD06-3BA0F38643C5}" srcOrd="0" destOrd="0" presId="urn:microsoft.com/office/officeart/2005/8/layout/bProcess4#1"/>
    <dgm:cxn modelId="{7BECB0A1-BB37-4C9E-BCC2-3238F6675450}" type="presParOf" srcId="{43E782C7-39C1-48E1-9CE0-03747EFA205E}" destId="{7CB10365-6B29-4CAB-BDC8-781F59C07887}" srcOrd="0" destOrd="0" presId="urn:microsoft.com/office/officeart/2005/8/layout/bProcess4#1"/>
    <dgm:cxn modelId="{2793F14E-D1D5-41F7-81DB-F695CFDBF1BB}" type="presParOf" srcId="{7CB10365-6B29-4CAB-BDC8-781F59C07887}" destId="{A1D01D3F-134D-40D5-8B45-CAEF68040BAB}" srcOrd="0" destOrd="0" presId="urn:microsoft.com/office/officeart/2005/8/layout/bProcess4#1"/>
    <dgm:cxn modelId="{3069B667-0DC9-4811-B67C-ACD113BD9F79}" type="presParOf" srcId="{7CB10365-6B29-4CAB-BDC8-781F59C07887}" destId="{FABE9247-3823-4B1B-A614-355581F66A6F}" srcOrd="1" destOrd="0" presId="urn:microsoft.com/office/officeart/2005/8/layout/bProcess4#1"/>
    <dgm:cxn modelId="{F3B2192C-0A3B-4FF2-B4CF-88607C936262}" type="presParOf" srcId="{43E782C7-39C1-48E1-9CE0-03747EFA205E}" destId="{EAC3BFB9-A77C-4FB2-BD4B-258441C8607A}" srcOrd="1" destOrd="0" presId="urn:microsoft.com/office/officeart/2005/8/layout/bProcess4#1"/>
    <dgm:cxn modelId="{92AE4380-2831-45C8-9979-227665C49E2D}" type="presParOf" srcId="{43E782C7-39C1-48E1-9CE0-03747EFA205E}" destId="{624D0414-0381-4E35-BB9C-0898320BC927}" srcOrd="2" destOrd="0" presId="urn:microsoft.com/office/officeart/2005/8/layout/bProcess4#1"/>
    <dgm:cxn modelId="{258164D3-C44B-45E6-9D21-609FA3470DC9}" type="presParOf" srcId="{624D0414-0381-4E35-BB9C-0898320BC927}" destId="{986215DD-EB9F-44D4-8485-B698FBBBD515}" srcOrd="0" destOrd="0" presId="urn:microsoft.com/office/officeart/2005/8/layout/bProcess4#1"/>
    <dgm:cxn modelId="{EA66A5EA-63A3-4FF3-9D5E-7D7A3BB1878E}" type="presParOf" srcId="{624D0414-0381-4E35-BB9C-0898320BC927}" destId="{6C6CB9D5-1151-4836-BD06-3BA0F38643C5}" srcOrd="1" destOrd="0" presId="urn:microsoft.com/office/officeart/2005/8/layout/bProcess4#1"/>
    <dgm:cxn modelId="{CD9051B8-E4D9-4778-B2B1-8A7BBD87C852}" type="presParOf" srcId="{43E782C7-39C1-48E1-9CE0-03747EFA205E}" destId="{7978D7BB-22C1-4B94-A22B-6D9AD1B36955}" srcOrd="3" destOrd="0" presId="urn:microsoft.com/office/officeart/2005/8/layout/bProcess4#1"/>
    <dgm:cxn modelId="{ED5AC097-976D-4874-B2AE-4141B25E8ED6}" type="presParOf" srcId="{43E782C7-39C1-48E1-9CE0-03747EFA205E}" destId="{1E065F2E-AF31-4E45-8978-BD0641AE922A}" srcOrd="4" destOrd="0" presId="urn:microsoft.com/office/officeart/2005/8/layout/bProcess4#1"/>
    <dgm:cxn modelId="{5893DAE0-4F2E-4A6F-ACA6-AF4EAD8FA42D}" type="presParOf" srcId="{1E065F2E-AF31-4E45-8978-BD0641AE922A}" destId="{C896B0F4-FAB0-4756-9464-C56DE493AD47}" srcOrd="0" destOrd="0" presId="urn:microsoft.com/office/officeart/2005/8/layout/bProcess4#1"/>
    <dgm:cxn modelId="{B09E6DAC-5C86-4D1D-BA04-07FC0E082F51}" type="presParOf" srcId="{1E065F2E-AF31-4E45-8978-BD0641AE922A}" destId="{D05A9BAF-1E76-4DC5-A6ED-02523DD9390D}" srcOrd="1" destOrd="0" presId="urn:microsoft.com/office/officeart/2005/8/layout/bProcess4#1"/>
    <dgm:cxn modelId="{F8C6881B-85C0-414B-9762-4C3CA66D1D2C}" type="presParOf" srcId="{43E782C7-39C1-48E1-9CE0-03747EFA205E}" destId="{412ABB62-A0F6-442F-9B31-D5BA40F94655}" srcOrd="5" destOrd="0" presId="urn:microsoft.com/office/officeart/2005/8/layout/bProcess4#1"/>
    <dgm:cxn modelId="{A1C59D91-548D-4995-8234-33DD977B50A3}" type="presParOf" srcId="{43E782C7-39C1-48E1-9CE0-03747EFA205E}" destId="{F9DB2EFA-3EA3-4EB6-9C8E-6B15FCD588F3}" srcOrd="6" destOrd="0" presId="urn:microsoft.com/office/officeart/2005/8/layout/bProcess4#1"/>
    <dgm:cxn modelId="{7CA1BBA5-407A-4DF8-ABDA-0F1F0D3AA519}" type="presParOf" srcId="{F9DB2EFA-3EA3-4EB6-9C8E-6B15FCD588F3}" destId="{06783265-BC18-4A10-8C2C-6C8F9B0707AB}" srcOrd="0" destOrd="0" presId="urn:microsoft.com/office/officeart/2005/8/layout/bProcess4#1"/>
    <dgm:cxn modelId="{002C6E22-3A57-4318-A847-D0168C43BF86}" type="presParOf" srcId="{F9DB2EFA-3EA3-4EB6-9C8E-6B15FCD588F3}" destId="{75D0970F-F0C4-4569-B859-02CA3CB5BFA8}" srcOrd="1" destOrd="0" presId="urn:microsoft.com/office/officeart/2005/8/layout/bProcess4#1"/>
    <dgm:cxn modelId="{F2241E58-8933-4302-81E8-99B86E21C92F}" type="presParOf" srcId="{43E782C7-39C1-48E1-9CE0-03747EFA205E}" destId="{23F686B6-97D2-49BD-97B4-AC0F8488B352}" srcOrd="7" destOrd="0" presId="urn:microsoft.com/office/officeart/2005/8/layout/bProcess4#1"/>
    <dgm:cxn modelId="{EC9622FE-9F8E-485B-95C3-33C316FB6974}" type="presParOf" srcId="{43E782C7-39C1-48E1-9CE0-03747EFA205E}" destId="{D5051316-5FAB-42EA-98E0-701EB67D7528}" srcOrd="8" destOrd="0" presId="urn:microsoft.com/office/officeart/2005/8/layout/bProcess4#1"/>
    <dgm:cxn modelId="{FA753E85-39D5-4AE1-81A8-22F607ABB7C9}" type="presParOf" srcId="{D5051316-5FAB-42EA-98E0-701EB67D7528}" destId="{ABACF646-305F-440E-8D74-B31463A394CB}" srcOrd="0" destOrd="0" presId="urn:microsoft.com/office/officeart/2005/8/layout/bProcess4#1"/>
    <dgm:cxn modelId="{0ADB759E-EF0D-4B99-9E48-2B0E6EBA40D0}" type="presParOf" srcId="{D5051316-5FAB-42EA-98E0-701EB67D7528}" destId="{254587BB-800B-471B-B757-6C448AB58D2C}" srcOrd="1" destOrd="0" presId="urn:microsoft.com/office/officeart/2005/8/layout/bProcess4#1"/>
    <dgm:cxn modelId="{46E0D2E2-95A8-4051-9C7F-01DE86D5087E}" type="presParOf" srcId="{43E782C7-39C1-48E1-9CE0-03747EFA205E}" destId="{6513386A-C18D-4D4A-A53B-E47E5930BA32}" srcOrd="9" destOrd="0" presId="urn:microsoft.com/office/officeart/2005/8/layout/bProcess4#1"/>
    <dgm:cxn modelId="{76490037-9D6B-41EE-ACA6-09BD019E4D52}" type="presParOf" srcId="{43E782C7-39C1-48E1-9CE0-03747EFA205E}" destId="{E19602B8-E170-4080-9BDC-26100973F40C}" srcOrd="10" destOrd="0" presId="urn:microsoft.com/office/officeart/2005/8/layout/bProcess4#1"/>
    <dgm:cxn modelId="{1018338C-9193-4193-B9BE-0338AE51B795}" type="presParOf" srcId="{E19602B8-E170-4080-9BDC-26100973F40C}" destId="{7D2FA5DA-C5FB-4F73-9761-4DEB6AFF5A23}" srcOrd="0" destOrd="0" presId="urn:microsoft.com/office/officeart/2005/8/layout/bProcess4#1"/>
    <dgm:cxn modelId="{8E3360D5-8851-4228-9EE7-167D30541974}" type="presParOf" srcId="{E19602B8-E170-4080-9BDC-26100973F40C}" destId="{F70AD274-DB6F-4D5F-8359-E01830BDB33A}" srcOrd="1" destOrd="0" presId="urn:microsoft.com/office/officeart/2005/8/layout/bProcess4#1"/>
    <dgm:cxn modelId="{12AD4DEC-E288-4F75-A1F4-632127861B1C}" type="presParOf" srcId="{43E782C7-39C1-48E1-9CE0-03747EFA205E}" destId="{96705212-12C3-4F42-B3A6-EE2743EC214C}" srcOrd="11" destOrd="0" presId="urn:microsoft.com/office/officeart/2005/8/layout/bProcess4#1"/>
    <dgm:cxn modelId="{056B45EC-7AE3-4786-A435-B3C7D95FAA3A}" type="presParOf" srcId="{43E782C7-39C1-48E1-9CE0-03747EFA205E}" destId="{BB7DB849-7BE7-4A42-92C3-C12D556D39A3}" srcOrd="12" destOrd="0" presId="urn:microsoft.com/office/officeart/2005/8/layout/bProcess4#1"/>
    <dgm:cxn modelId="{2EFF5CCA-9B3A-4E0C-B90F-5402A516AA28}" type="presParOf" srcId="{BB7DB849-7BE7-4A42-92C3-C12D556D39A3}" destId="{E6B8CDF4-EC8A-43F4-ACB2-BBD3494485D1}" srcOrd="0" destOrd="0" presId="urn:microsoft.com/office/officeart/2005/8/layout/bProcess4#1"/>
    <dgm:cxn modelId="{03AF1C31-B042-4659-A3E3-876BFE6A3072}" type="presParOf" srcId="{BB7DB849-7BE7-4A42-92C3-C12D556D39A3}" destId="{6CA1F901-B4FA-443A-AE07-E1B86DEA846A}" srcOrd="1" destOrd="0" presId="urn:microsoft.com/office/officeart/2005/8/layout/bProcess4#1"/>
    <dgm:cxn modelId="{752132B0-5D52-4298-A99F-91168EE87621}" type="presParOf" srcId="{43E782C7-39C1-48E1-9CE0-03747EFA205E}" destId="{B9064433-B7EB-4BEC-B380-9D63685F32DD}" srcOrd="13" destOrd="0" presId="urn:microsoft.com/office/officeart/2005/8/layout/bProcess4#1"/>
    <dgm:cxn modelId="{A655B402-3F5A-48F8-82E6-EDD4261B4CB2}" type="presParOf" srcId="{43E782C7-39C1-48E1-9CE0-03747EFA205E}" destId="{E16D5E05-D5CA-4861-B2B3-9C97ABA1B2CB}" srcOrd="14" destOrd="0" presId="urn:microsoft.com/office/officeart/2005/8/layout/bProcess4#1"/>
    <dgm:cxn modelId="{6909D8DB-36E8-43E7-B625-5325D311FCEC}" type="presParOf" srcId="{E16D5E05-D5CA-4861-B2B3-9C97ABA1B2CB}" destId="{578114A8-25DC-452C-8B93-A1AA3107F3E3}" srcOrd="0" destOrd="0" presId="urn:microsoft.com/office/officeart/2005/8/layout/bProcess4#1"/>
    <dgm:cxn modelId="{2BF93CEE-B955-4863-96ED-4D68C4AED2F1}" type="presParOf" srcId="{E16D5E05-D5CA-4861-B2B3-9C97ABA1B2CB}" destId="{F3677160-19ED-46EA-8B43-67AE747B6F51}" srcOrd="1" destOrd="0" presId="urn:microsoft.com/office/officeart/2005/8/layout/bProcess4#1"/>
    <dgm:cxn modelId="{D499D3F0-F0AF-4556-9A43-ACCFA5AEF6FD}" type="presParOf" srcId="{43E782C7-39C1-48E1-9CE0-03747EFA205E}" destId="{8F8922A5-AE20-492A-A2E5-C22A5FFD6AD2}" srcOrd="15" destOrd="0" presId="urn:microsoft.com/office/officeart/2005/8/layout/bProcess4#1"/>
    <dgm:cxn modelId="{DD94E96A-EC70-43EE-B005-167D0DA1A76F}" type="presParOf" srcId="{43E782C7-39C1-48E1-9CE0-03747EFA205E}" destId="{D3397B14-F57D-490E-9E4B-EE223D61991A}" srcOrd="16" destOrd="0" presId="urn:microsoft.com/office/officeart/2005/8/layout/bProcess4#1"/>
    <dgm:cxn modelId="{C391A194-800F-4763-8D9D-67EA39EDEC7E}" type="presParOf" srcId="{D3397B14-F57D-490E-9E4B-EE223D61991A}" destId="{17EE2037-0112-4A34-847A-645D1211543F}" srcOrd="0" destOrd="0" presId="urn:microsoft.com/office/officeart/2005/8/layout/bProcess4#1"/>
    <dgm:cxn modelId="{CF55BEBE-B284-4B08-A2AA-DBFDCD7B4C77}" type="presParOf" srcId="{D3397B14-F57D-490E-9E4B-EE223D61991A}" destId="{05DE58B6-CB25-4474-A80F-56EBD4047627}" srcOrd="1" destOrd="0" presId="urn:microsoft.com/office/officeart/2005/8/layout/bProcess4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D3C4BD8-F02C-4D42-89C1-616FD8642346}" type="doc">
      <dgm:prSet loTypeId="urn:microsoft.com/office/officeart/2008/layout/SquareAccentList#2" loCatId="list" qsTypeId="urn:microsoft.com/office/officeart/2005/8/quickstyle/simple3#2" qsCatId="simple" csTypeId="urn:microsoft.com/office/officeart/2005/8/colors/colorful3#2" csCatId="colorful" phldr="1"/>
      <dgm:spPr/>
      <dgm:t>
        <a:bodyPr/>
        <a:lstStyle/>
        <a:p>
          <a:endParaRPr lang="zh-CN" altLang="en-US"/>
        </a:p>
      </dgm:t>
    </dgm:pt>
    <dgm:pt modelId="{B1615FC9-7D8B-49D4-85EA-A35034188989}">
      <dgm:prSet phldrT="[文本]" custT="1"/>
      <dgm:spPr/>
      <dgm:t>
        <a:bodyPr/>
        <a:lstStyle/>
        <a:p>
          <a:pPr algn="ctr"/>
          <a:r>
            <a:rPr lang="en-US" altLang="zh-CN" sz="2000" dirty="0"/>
            <a:t>Reads counting</a:t>
          </a:r>
          <a:endParaRPr lang="zh-CN" altLang="en-US" sz="2000" dirty="0"/>
        </a:p>
      </dgm:t>
    </dgm:pt>
    <dgm:pt modelId="{A584CB14-2957-421C-BE6B-38A03089487E}" cxnId="{7F12AEBA-642F-41E7-9581-BE46EC2328FA}" type="parTrans">
      <dgm:prSet/>
      <dgm:spPr/>
      <dgm:t>
        <a:bodyPr/>
        <a:lstStyle/>
        <a:p>
          <a:endParaRPr lang="zh-CN" altLang="en-US"/>
        </a:p>
      </dgm:t>
    </dgm:pt>
    <dgm:pt modelId="{2207E8F4-AB18-4312-B711-7EC35FB406E0}" cxnId="{7F12AEBA-642F-41E7-9581-BE46EC2328FA}" type="sibTrans">
      <dgm:prSet/>
      <dgm:spPr/>
      <dgm:t>
        <a:bodyPr/>
        <a:lstStyle/>
        <a:p>
          <a:endParaRPr lang="zh-CN" altLang="en-US"/>
        </a:p>
      </dgm:t>
    </dgm:pt>
    <dgm:pt modelId="{DA99B077-368E-47CE-8881-BB5D0BF24BAA}">
      <dgm:prSet phldrT="[文本]"/>
      <dgm:spPr/>
      <dgm:t>
        <a:bodyPr/>
        <a:lstStyle/>
        <a:p>
          <a:r>
            <a:rPr lang="zh-CN" altLang="en-US" dirty="0"/>
            <a:t>只保留唯一匹配</a:t>
          </a:r>
          <a:r>
            <a:rPr lang="en-US" altLang="zh-CN" dirty="0"/>
            <a:t>reads</a:t>
          </a:r>
          <a:endParaRPr lang="zh-CN" altLang="en-US" dirty="0"/>
        </a:p>
      </dgm:t>
    </dgm:pt>
    <dgm:pt modelId="{E086B109-E0AA-4B66-A649-A6E8F608B955}" cxnId="{37C69C7C-FCB0-443D-BF5F-A435FA53C88B}" type="parTrans">
      <dgm:prSet/>
      <dgm:spPr/>
      <dgm:t>
        <a:bodyPr/>
        <a:lstStyle/>
        <a:p>
          <a:endParaRPr lang="zh-CN" altLang="en-US"/>
        </a:p>
      </dgm:t>
    </dgm:pt>
    <dgm:pt modelId="{041D5AE5-4998-4706-979E-34056028D794}" cxnId="{37C69C7C-FCB0-443D-BF5F-A435FA53C88B}" type="sibTrans">
      <dgm:prSet/>
      <dgm:spPr/>
      <dgm:t>
        <a:bodyPr/>
        <a:lstStyle/>
        <a:p>
          <a:endParaRPr lang="zh-CN" altLang="en-US"/>
        </a:p>
      </dgm:t>
    </dgm:pt>
    <dgm:pt modelId="{668CF666-85D4-47D7-920A-3EEF92F480EE}">
      <dgm:prSet phldrT="[文本]"/>
      <dgm:spPr/>
      <dgm:t>
        <a:bodyPr/>
        <a:lstStyle/>
        <a:p>
          <a:r>
            <a:rPr lang="en-US" altLang="zh-CN" dirty="0"/>
            <a:t>—</a:t>
          </a:r>
          <a:r>
            <a:rPr lang="en-US" altLang="zh-CN" b="1" dirty="0" err="1">
              <a:solidFill>
                <a:schemeClr val="accent3">
                  <a:lumMod val="50000"/>
                </a:schemeClr>
              </a:solidFill>
            </a:rPr>
            <a:t>HTSeq</a:t>
          </a:r>
          <a:r>
            <a:rPr lang="en-US" altLang="zh-CN" b="1" dirty="0">
              <a:solidFill>
                <a:schemeClr val="accent3">
                  <a:lumMod val="50000"/>
                </a:schemeClr>
              </a:solidFill>
            </a:rPr>
            <a:t>-count</a:t>
          </a:r>
          <a:r>
            <a:rPr lang="zh-CN" altLang="en-US" dirty="0"/>
            <a:t>，</a:t>
          </a:r>
          <a:r>
            <a:rPr lang="en-US" altLang="zh-CN" b="1" dirty="0" err="1">
              <a:solidFill>
                <a:schemeClr val="accent3">
                  <a:lumMod val="50000"/>
                </a:schemeClr>
              </a:solidFill>
            </a:rPr>
            <a:t>featureCounts</a:t>
          </a:r>
          <a:endParaRPr lang="zh-CN" altLang="en-US" b="1" dirty="0">
            <a:solidFill>
              <a:schemeClr val="accent3">
                <a:lumMod val="50000"/>
              </a:schemeClr>
            </a:solidFill>
          </a:endParaRPr>
        </a:p>
      </dgm:t>
    </dgm:pt>
    <dgm:pt modelId="{2E546AAC-BB0B-4E4D-ACFD-6AFEEBEC9755}" cxnId="{60384D8B-34AF-4F46-8D02-77CA57C63DFE}" type="parTrans">
      <dgm:prSet/>
      <dgm:spPr/>
      <dgm:t>
        <a:bodyPr/>
        <a:lstStyle/>
        <a:p>
          <a:endParaRPr lang="zh-CN" altLang="en-US"/>
        </a:p>
      </dgm:t>
    </dgm:pt>
    <dgm:pt modelId="{B7DBB05F-7905-445C-AEDF-377090C87559}" cxnId="{60384D8B-34AF-4F46-8D02-77CA57C63DFE}" type="sibTrans">
      <dgm:prSet/>
      <dgm:spPr/>
      <dgm:t>
        <a:bodyPr/>
        <a:lstStyle/>
        <a:p>
          <a:endParaRPr lang="zh-CN" altLang="en-US"/>
        </a:p>
      </dgm:t>
    </dgm:pt>
    <dgm:pt modelId="{431F3F05-ABD8-4CAE-80F6-7008808C1968}">
      <dgm:prSet phldrT="[文本]"/>
      <dgm:spPr/>
      <dgm:t>
        <a:bodyPr/>
        <a:lstStyle/>
        <a:p>
          <a:r>
            <a:rPr lang="zh-CN" altLang="en-US" dirty="0"/>
            <a:t>保留多重匹配</a:t>
          </a:r>
          <a:r>
            <a:rPr lang="en-US" altLang="zh-CN" dirty="0"/>
            <a:t>reads</a:t>
          </a:r>
          <a:endParaRPr lang="zh-CN" altLang="en-US" dirty="0"/>
        </a:p>
      </dgm:t>
    </dgm:pt>
    <dgm:pt modelId="{2BEA042B-4111-4449-89B6-1089D75B040F}" cxnId="{D903C82E-02BD-4855-BDCC-BE63DB5B005A}" type="parTrans">
      <dgm:prSet/>
      <dgm:spPr/>
      <dgm:t>
        <a:bodyPr/>
        <a:lstStyle/>
        <a:p>
          <a:endParaRPr lang="zh-CN" altLang="en-US"/>
        </a:p>
      </dgm:t>
    </dgm:pt>
    <dgm:pt modelId="{AD74DA1C-79F1-45CB-A2F9-37387DC1EE12}" cxnId="{D903C82E-02BD-4855-BDCC-BE63DB5B005A}" type="sibTrans">
      <dgm:prSet/>
      <dgm:spPr/>
      <dgm:t>
        <a:bodyPr/>
        <a:lstStyle/>
        <a:p>
          <a:endParaRPr lang="zh-CN" altLang="en-US"/>
        </a:p>
      </dgm:t>
    </dgm:pt>
    <dgm:pt modelId="{58B17578-6F0D-4E21-8A33-78AA81510C05}">
      <dgm:prSet phldrT="[文本]" custT="1"/>
      <dgm:spPr/>
      <dgm:t>
        <a:bodyPr/>
        <a:lstStyle/>
        <a:p>
          <a:pPr algn="ctr"/>
          <a:r>
            <a:rPr lang="en-US" altLang="zh-CN" sz="2000" dirty="0"/>
            <a:t>Normalization</a:t>
          </a:r>
          <a:endParaRPr lang="zh-CN" altLang="en-US" sz="2000" dirty="0"/>
        </a:p>
      </dgm:t>
    </dgm:pt>
    <dgm:pt modelId="{BCF8FB83-F2AD-4B25-9EA8-F560CF5D0EBC}" cxnId="{F6800CD0-49A8-45F6-B9AD-9A04B013EBF3}" type="parTrans">
      <dgm:prSet/>
      <dgm:spPr/>
      <dgm:t>
        <a:bodyPr/>
        <a:lstStyle/>
        <a:p>
          <a:endParaRPr lang="zh-CN" altLang="en-US"/>
        </a:p>
      </dgm:t>
    </dgm:pt>
    <dgm:pt modelId="{78E792D4-E8D4-478D-976B-A4F5A283FB97}" cxnId="{F6800CD0-49A8-45F6-B9AD-9A04B013EBF3}" type="sibTrans">
      <dgm:prSet/>
      <dgm:spPr/>
      <dgm:t>
        <a:bodyPr/>
        <a:lstStyle/>
        <a:p>
          <a:endParaRPr lang="zh-CN" altLang="en-US"/>
        </a:p>
      </dgm:t>
    </dgm:pt>
    <dgm:pt modelId="{73CF809B-A670-4645-9151-33EF761CD8DB}">
      <dgm:prSet phldrT="[文本]"/>
      <dgm:spPr/>
      <dgm:t>
        <a:bodyPr/>
        <a:lstStyle/>
        <a:p>
          <a:r>
            <a:rPr lang="en-US" altLang="zh-CN" dirty="0"/>
            <a:t>RPKM</a:t>
          </a:r>
          <a:r>
            <a:rPr lang="zh-CN" altLang="en-US" dirty="0"/>
            <a:t>，</a:t>
          </a:r>
          <a:r>
            <a:rPr lang="en-US" altLang="zh-CN" dirty="0"/>
            <a:t>FPKM</a:t>
          </a:r>
          <a:r>
            <a:rPr lang="zh-CN" altLang="en-US" dirty="0"/>
            <a:t>，</a:t>
          </a:r>
          <a:r>
            <a:rPr lang="en-US" altLang="zh-CN" dirty="0"/>
            <a:t>TPM</a:t>
          </a:r>
          <a:endParaRPr lang="zh-CN" altLang="en-US" dirty="0"/>
        </a:p>
      </dgm:t>
    </dgm:pt>
    <dgm:pt modelId="{250CC5F4-417E-416A-91BB-FB9CF0A37125}" cxnId="{37C92435-2CED-4EB3-8BE2-52E79668E5B3}" type="parTrans">
      <dgm:prSet/>
      <dgm:spPr/>
      <dgm:t>
        <a:bodyPr/>
        <a:lstStyle/>
        <a:p>
          <a:endParaRPr lang="zh-CN" altLang="en-US"/>
        </a:p>
      </dgm:t>
    </dgm:pt>
    <dgm:pt modelId="{BE6D5AE1-A257-4F8D-9602-00D593F90921}" cxnId="{37C92435-2CED-4EB3-8BE2-52E79668E5B3}" type="sibTrans">
      <dgm:prSet/>
      <dgm:spPr/>
      <dgm:t>
        <a:bodyPr/>
        <a:lstStyle/>
        <a:p>
          <a:endParaRPr lang="zh-CN" altLang="en-US"/>
        </a:p>
      </dgm:t>
    </dgm:pt>
    <dgm:pt modelId="{5B9E92E4-DB32-401F-88F2-1030D7BC6281}">
      <dgm:prSet phldrT="[文本]"/>
      <dgm:spPr/>
      <dgm:t>
        <a:bodyPr/>
        <a:lstStyle/>
        <a:p>
          <a:r>
            <a:rPr lang="en-US" altLang="zh-CN" dirty="0"/>
            <a:t>—</a:t>
          </a:r>
          <a:r>
            <a:rPr lang="zh-CN" altLang="en-US" dirty="0"/>
            <a:t>校正测序深度、基因长度</a:t>
          </a:r>
        </a:p>
      </dgm:t>
    </dgm:pt>
    <dgm:pt modelId="{A1555771-7D97-4441-97F1-521E14B681E3}" cxnId="{688418D7-1FE1-482D-AE7E-BCC7B66E3C24}" type="parTrans">
      <dgm:prSet/>
      <dgm:spPr/>
      <dgm:t>
        <a:bodyPr/>
        <a:lstStyle/>
        <a:p>
          <a:endParaRPr lang="zh-CN" altLang="en-US"/>
        </a:p>
      </dgm:t>
    </dgm:pt>
    <dgm:pt modelId="{1BBFBB73-0C96-4112-9C30-3E931A97EB78}" cxnId="{688418D7-1FE1-482D-AE7E-BCC7B66E3C24}" type="sibTrans">
      <dgm:prSet/>
      <dgm:spPr/>
      <dgm:t>
        <a:bodyPr/>
        <a:lstStyle/>
        <a:p>
          <a:endParaRPr lang="zh-CN" altLang="en-US"/>
        </a:p>
      </dgm:t>
    </dgm:pt>
    <dgm:pt modelId="{AC3E856C-F81A-42C1-B7B4-EF699C68D8C2}">
      <dgm:prSet phldrT="[文本]"/>
      <dgm:spPr/>
      <dgm:t>
        <a:bodyPr/>
        <a:lstStyle/>
        <a:p>
          <a:r>
            <a:rPr lang="en-US" altLang="zh-CN" b="1" dirty="0" err="1">
              <a:solidFill>
                <a:schemeClr val="accent3">
                  <a:lumMod val="50000"/>
                </a:schemeClr>
              </a:solidFill>
            </a:rPr>
            <a:t>DESeq</a:t>
          </a:r>
          <a:r>
            <a:rPr lang="en-US" altLang="zh-CN" dirty="0"/>
            <a:t>/</a:t>
          </a:r>
          <a:r>
            <a:rPr lang="en-US" altLang="zh-CN" b="1" dirty="0" err="1">
              <a:solidFill>
                <a:schemeClr val="accent3">
                  <a:lumMod val="50000"/>
                </a:schemeClr>
              </a:solidFill>
            </a:rPr>
            <a:t>edgeR</a:t>
          </a:r>
          <a:r>
            <a:rPr lang="en-US" altLang="zh-CN" dirty="0"/>
            <a:t>(TMM)</a:t>
          </a:r>
          <a:endParaRPr lang="zh-CN" altLang="en-US" dirty="0"/>
        </a:p>
      </dgm:t>
    </dgm:pt>
    <dgm:pt modelId="{334DFFD0-E71E-419C-997F-87856A95D31E}" cxnId="{8769C39E-8388-4C65-A205-2441450E8977}" type="parTrans">
      <dgm:prSet/>
      <dgm:spPr/>
      <dgm:t>
        <a:bodyPr/>
        <a:lstStyle/>
        <a:p>
          <a:endParaRPr lang="zh-CN" altLang="en-US"/>
        </a:p>
      </dgm:t>
    </dgm:pt>
    <dgm:pt modelId="{90FFCAFD-F7B8-4FFD-9F95-47E31618F828}" cxnId="{8769C39E-8388-4C65-A205-2441450E8977}" type="sibTrans">
      <dgm:prSet/>
      <dgm:spPr/>
      <dgm:t>
        <a:bodyPr/>
        <a:lstStyle/>
        <a:p>
          <a:endParaRPr lang="zh-CN" altLang="en-US"/>
        </a:p>
      </dgm:t>
    </dgm:pt>
    <dgm:pt modelId="{CE83DF17-C424-42A6-9058-FDD0E081DF85}">
      <dgm:prSet phldrT="[文本]"/>
      <dgm:spPr/>
      <dgm:t>
        <a:bodyPr/>
        <a:lstStyle/>
        <a:p>
          <a:r>
            <a:rPr lang="en-US" altLang="zh-CN" dirty="0"/>
            <a:t>—</a:t>
          </a:r>
          <a:r>
            <a:rPr lang="en-US" altLang="zh-CN" b="1" dirty="0">
              <a:solidFill>
                <a:schemeClr val="accent3">
                  <a:lumMod val="50000"/>
                </a:schemeClr>
              </a:solidFill>
            </a:rPr>
            <a:t>Cufflinks</a:t>
          </a:r>
          <a:r>
            <a:rPr lang="zh-CN" altLang="en-US" dirty="0"/>
            <a:t>，</a:t>
          </a:r>
          <a:r>
            <a:rPr lang="en-US" altLang="zh-CN" b="1" dirty="0" err="1">
              <a:solidFill>
                <a:schemeClr val="accent3">
                  <a:lumMod val="50000"/>
                </a:schemeClr>
              </a:solidFill>
            </a:rPr>
            <a:t>StringTie</a:t>
          </a:r>
          <a:r>
            <a:rPr lang="zh-CN" altLang="en-US" dirty="0"/>
            <a:t>，</a:t>
          </a:r>
          <a:r>
            <a:rPr lang="en-US" altLang="zh-CN" b="1" dirty="0">
              <a:solidFill>
                <a:schemeClr val="accent3">
                  <a:lumMod val="50000"/>
                </a:schemeClr>
              </a:solidFill>
            </a:rPr>
            <a:t>RSEM</a:t>
          </a:r>
          <a:endParaRPr lang="zh-CN" altLang="en-US" b="1" dirty="0">
            <a:solidFill>
              <a:schemeClr val="accent3">
                <a:lumMod val="50000"/>
              </a:schemeClr>
            </a:solidFill>
          </a:endParaRPr>
        </a:p>
      </dgm:t>
    </dgm:pt>
    <dgm:pt modelId="{765A0B33-8E7E-4777-9731-001C0E93293C}" cxnId="{596044A1-8211-424D-AEB2-0F84A3D3A209}" type="parTrans">
      <dgm:prSet/>
      <dgm:spPr/>
      <dgm:t>
        <a:bodyPr/>
        <a:lstStyle/>
        <a:p>
          <a:endParaRPr lang="zh-CN" altLang="en-US"/>
        </a:p>
      </dgm:t>
    </dgm:pt>
    <dgm:pt modelId="{63735830-F489-4358-B1D0-074475D5253B}" cxnId="{596044A1-8211-424D-AEB2-0F84A3D3A209}" type="sibTrans">
      <dgm:prSet/>
      <dgm:spPr/>
      <dgm:t>
        <a:bodyPr/>
        <a:lstStyle/>
        <a:p>
          <a:endParaRPr lang="zh-CN" altLang="en-US"/>
        </a:p>
      </dgm:t>
    </dgm:pt>
    <dgm:pt modelId="{DE9D8DE7-D7C8-4E0D-B76B-907104EA306D}">
      <dgm:prSet phldrT="[文本]"/>
      <dgm:spPr/>
      <dgm:t>
        <a:bodyPr/>
        <a:lstStyle/>
        <a:p>
          <a:r>
            <a:rPr lang="en-US" altLang="zh-CN" dirty="0"/>
            <a:t>—</a:t>
          </a:r>
          <a:r>
            <a:rPr lang="zh-CN" altLang="en-US" dirty="0"/>
            <a:t>校正异常高表达基因</a:t>
          </a:r>
        </a:p>
      </dgm:t>
    </dgm:pt>
    <dgm:pt modelId="{ADA64F8A-A08A-4E06-A1D3-CFFD3F04D766}" cxnId="{40CC34C4-933A-4120-8CBD-3053EFEF2F21}" type="parTrans">
      <dgm:prSet/>
      <dgm:spPr/>
      <dgm:t>
        <a:bodyPr/>
        <a:lstStyle/>
        <a:p>
          <a:endParaRPr lang="zh-CN" altLang="en-US"/>
        </a:p>
      </dgm:t>
    </dgm:pt>
    <dgm:pt modelId="{32F244BA-5958-470F-82AA-6E15EF4533D3}" cxnId="{40CC34C4-933A-4120-8CBD-3053EFEF2F21}" type="sibTrans">
      <dgm:prSet/>
      <dgm:spPr/>
      <dgm:t>
        <a:bodyPr/>
        <a:lstStyle/>
        <a:p>
          <a:endParaRPr lang="zh-CN" altLang="en-US"/>
        </a:p>
      </dgm:t>
    </dgm:pt>
    <dgm:pt modelId="{A91ADF6F-A353-4102-AD43-BE7EBC9B7B54}" type="pres">
      <dgm:prSet presAssocID="{9D3C4BD8-F02C-4D42-89C1-616FD8642346}" presName="layout" presStyleCnt="0">
        <dgm:presLayoutVars>
          <dgm:chMax/>
          <dgm:chPref/>
          <dgm:dir/>
          <dgm:resizeHandles/>
        </dgm:presLayoutVars>
      </dgm:prSet>
      <dgm:spPr/>
    </dgm:pt>
    <dgm:pt modelId="{A133204C-D588-4D5C-9CF7-30EBAE3AB71D}" type="pres">
      <dgm:prSet presAssocID="{B1615FC9-7D8B-49D4-85EA-A35034188989}" presName="root" presStyleCnt="0">
        <dgm:presLayoutVars>
          <dgm:chMax/>
          <dgm:chPref/>
        </dgm:presLayoutVars>
      </dgm:prSet>
      <dgm:spPr/>
    </dgm:pt>
    <dgm:pt modelId="{9479FE36-AEC1-49CC-AF68-B8D3A04F3BDC}" type="pres">
      <dgm:prSet presAssocID="{B1615FC9-7D8B-49D4-85EA-A35034188989}" presName="rootComposite" presStyleCnt="0">
        <dgm:presLayoutVars/>
      </dgm:prSet>
      <dgm:spPr/>
    </dgm:pt>
    <dgm:pt modelId="{860780AD-7C0A-4E17-9264-B0C50B68D116}" type="pres">
      <dgm:prSet presAssocID="{B1615FC9-7D8B-49D4-85EA-A35034188989}" presName="ParentAccent" presStyleLbl="alignNode1" presStyleIdx="0" presStyleCnt="2"/>
      <dgm:spPr/>
    </dgm:pt>
    <dgm:pt modelId="{3549A428-6416-480C-851B-AA7F8105A877}" type="pres">
      <dgm:prSet presAssocID="{B1615FC9-7D8B-49D4-85EA-A35034188989}" presName="ParentSmallAccent" presStyleLbl="fgAcc1" presStyleIdx="0" presStyleCnt="2"/>
      <dgm:spPr/>
    </dgm:pt>
    <dgm:pt modelId="{376583BB-EAEF-4DD2-8A92-A346560494B9}" type="pres">
      <dgm:prSet presAssocID="{B1615FC9-7D8B-49D4-85EA-A35034188989}" presName="Parent" presStyleLbl="revTx" presStyleIdx="0" presStyleCnt="10">
        <dgm:presLayoutVars>
          <dgm:chMax/>
          <dgm:chPref val="4"/>
          <dgm:bulletEnabled val="1"/>
        </dgm:presLayoutVars>
      </dgm:prSet>
      <dgm:spPr/>
    </dgm:pt>
    <dgm:pt modelId="{359D6CC3-57B6-4787-8185-E97D88ADC040}" type="pres">
      <dgm:prSet presAssocID="{B1615FC9-7D8B-49D4-85EA-A35034188989}" presName="childShape" presStyleCnt="0">
        <dgm:presLayoutVars>
          <dgm:chMax val="0"/>
          <dgm:chPref val="0"/>
        </dgm:presLayoutVars>
      </dgm:prSet>
      <dgm:spPr/>
    </dgm:pt>
    <dgm:pt modelId="{D782690C-36FE-4997-AD9F-B004E85D95D8}" type="pres">
      <dgm:prSet presAssocID="{DA99B077-368E-47CE-8881-BB5D0BF24BAA}" presName="childComposite" presStyleCnt="0">
        <dgm:presLayoutVars>
          <dgm:chMax val="0"/>
          <dgm:chPref val="0"/>
        </dgm:presLayoutVars>
      </dgm:prSet>
      <dgm:spPr/>
    </dgm:pt>
    <dgm:pt modelId="{97F9B30A-058D-4C7E-ABE6-F325B8F63B32}" type="pres">
      <dgm:prSet presAssocID="{DA99B077-368E-47CE-8881-BB5D0BF24BAA}" presName="ChildAccent" presStyleLbl="solidFgAcc1" presStyleIdx="0" presStyleCnt="8"/>
      <dgm:spPr/>
    </dgm:pt>
    <dgm:pt modelId="{9C904FB5-E087-417A-A082-4340BD7EBDF2}" type="pres">
      <dgm:prSet presAssocID="{DA99B077-368E-47CE-8881-BB5D0BF24BAA}" presName="Child" presStyleLbl="revTx" presStyleIdx="1" presStyleCnt="10">
        <dgm:presLayoutVars>
          <dgm:chMax val="0"/>
          <dgm:chPref val="0"/>
          <dgm:bulletEnabled val="1"/>
        </dgm:presLayoutVars>
      </dgm:prSet>
      <dgm:spPr/>
    </dgm:pt>
    <dgm:pt modelId="{5F6BF75C-9682-4E39-8AB6-D9BC35D7F1F3}" type="pres">
      <dgm:prSet presAssocID="{668CF666-85D4-47D7-920A-3EEF92F480EE}" presName="childComposite" presStyleCnt="0">
        <dgm:presLayoutVars>
          <dgm:chMax val="0"/>
          <dgm:chPref val="0"/>
        </dgm:presLayoutVars>
      </dgm:prSet>
      <dgm:spPr/>
    </dgm:pt>
    <dgm:pt modelId="{DEB87C21-7EA0-4D99-B248-EBC4A3B9FCA4}" type="pres">
      <dgm:prSet presAssocID="{668CF666-85D4-47D7-920A-3EEF92F480EE}" presName="ChildAccent" presStyleLbl="solidFgAcc1" presStyleIdx="1" presStyleCnt="8"/>
      <dgm:spPr/>
    </dgm:pt>
    <dgm:pt modelId="{DE3DC787-80CE-4845-BC1F-1A58EBF1F922}" type="pres">
      <dgm:prSet presAssocID="{668CF666-85D4-47D7-920A-3EEF92F480EE}" presName="Child" presStyleLbl="revTx" presStyleIdx="2" presStyleCnt="10">
        <dgm:presLayoutVars>
          <dgm:chMax val="0"/>
          <dgm:chPref val="0"/>
          <dgm:bulletEnabled val="1"/>
        </dgm:presLayoutVars>
      </dgm:prSet>
      <dgm:spPr/>
    </dgm:pt>
    <dgm:pt modelId="{B080864F-84A7-41AC-8A27-6C752B87929C}" type="pres">
      <dgm:prSet presAssocID="{431F3F05-ABD8-4CAE-80F6-7008808C1968}" presName="childComposite" presStyleCnt="0">
        <dgm:presLayoutVars>
          <dgm:chMax val="0"/>
          <dgm:chPref val="0"/>
        </dgm:presLayoutVars>
      </dgm:prSet>
      <dgm:spPr/>
    </dgm:pt>
    <dgm:pt modelId="{BE52F593-2938-45FC-A09C-06D112F9288D}" type="pres">
      <dgm:prSet presAssocID="{431F3F05-ABD8-4CAE-80F6-7008808C1968}" presName="ChildAccent" presStyleLbl="solidFgAcc1" presStyleIdx="2" presStyleCnt="8"/>
      <dgm:spPr/>
    </dgm:pt>
    <dgm:pt modelId="{10AE48FA-2FA0-46EB-AE46-BC823D96E0F2}" type="pres">
      <dgm:prSet presAssocID="{431F3F05-ABD8-4CAE-80F6-7008808C1968}" presName="Child" presStyleLbl="revTx" presStyleIdx="3" presStyleCnt="10">
        <dgm:presLayoutVars>
          <dgm:chMax val="0"/>
          <dgm:chPref val="0"/>
          <dgm:bulletEnabled val="1"/>
        </dgm:presLayoutVars>
      </dgm:prSet>
      <dgm:spPr/>
    </dgm:pt>
    <dgm:pt modelId="{A8D416CB-A479-4985-B873-4EB38536FEF5}" type="pres">
      <dgm:prSet presAssocID="{CE83DF17-C424-42A6-9058-FDD0E081DF85}" presName="childComposite" presStyleCnt="0">
        <dgm:presLayoutVars>
          <dgm:chMax val="0"/>
          <dgm:chPref val="0"/>
        </dgm:presLayoutVars>
      </dgm:prSet>
      <dgm:spPr/>
    </dgm:pt>
    <dgm:pt modelId="{B88FCB4F-AD47-45F4-B259-A637FCCF2119}" type="pres">
      <dgm:prSet presAssocID="{CE83DF17-C424-42A6-9058-FDD0E081DF85}" presName="ChildAccent" presStyleLbl="solidFgAcc1" presStyleIdx="3" presStyleCnt="8"/>
      <dgm:spPr/>
    </dgm:pt>
    <dgm:pt modelId="{4427868E-82FA-4B97-9057-8023A18728CF}" type="pres">
      <dgm:prSet presAssocID="{CE83DF17-C424-42A6-9058-FDD0E081DF85}" presName="Child" presStyleLbl="revTx" presStyleIdx="4" presStyleCnt="10">
        <dgm:presLayoutVars>
          <dgm:chMax val="0"/>
          <dgm:chPref val="0"/>
          <dgm:bulletEnabled val="1"/>
        </dgm:presLayoutVars>
      </dgm:prSet>
      <dgm:spPr/>
    </dgm:pt>
    <dgm:pt modelId="{CAE33CEA-DF0A-49E5-AD5F-E1E62BD588F0}" type="pres">
      <dgm:prSet presAssocID="{58B17578-6F0D-4E21-8A33-78AA81510C05}" presName="root" presStyleCnt="0">
        <dgm:presLayoutVars>
          <dgm:chMax/>
          <dgm:chPref/>
        </dgm:presLayoutVars>
      </dgm:prSet>
      <dgm:spPr/>
    </dgm:pt>
    <dgm:pt modelId="{DB457942-C9BC-4974-B848-F5E991CBC5CC}" type="pres">
      <dgm:prSet presAssocID="{58B17578-6F0D-4E21-8A33-78AA81510C05}" presName="rootComposite" presStyleCnt="0">
        <dgm:presLayoutVars/>
      </dgm:prSet>
      <dgm:spPr/>
    </dgm:pt>
    <dgm:pt modelId="{344F0941-A9ED-4444-8538-C8BE26C93533}" type="pres">
      <dgm:prSet presAssocID="{58B17578-6F0D-4E21-8A33-78AA81510C05}" presName="ParentAccent" presStyleLbl="alignNode1" presStyleIdx="1" presStyleCnt="2"/>
      <dgm:spPr/>
    </dgm:pt>
    <dgm:pt modelId="{515D8091-7E85-40EF-BDF9-BA220E6DC07D}" type="pres">
      <dgm:prSet presAssocID="{58B17578-6F0D-4E21-8A33-78AA81510C05}" presName="ParentSmallAccent" presStyleLbl="fgAcc1" presStyleIdx="1" presStyleCnt="2"/>
      <dgm:spPr/>
    </dgm:pt>
    <dgm:pt modelId="{B1433F75-BE4A-4803-B936-299E01C913E1}" type="pres">
      <dgm:prSet presAssocID="{58B17578-6F0D-4E21-8A33-78AA81510C05}" presName="Parent" presStyleLbl="revTx" presStyleIdx="5" presStyleCnt="10">
        <dgm:presLayoutVars>
          <dgm:chMax/>
          <dgm:chPref val="4"/>
          <dgm:bulletEnabled val="1"/>
        </dgm:presLayoutVars>
      </dgm:prSet>
      <dgm:spPr/>
    </dgm:pt>
    <dgm:pt modelId="{D50FBB04-AF81-4A0D-9EED-9445B8FD115C}" type="pres">
      <dgm:prSet presAssocID="{58B17578-6F0D-4E21-8A33-78AA81510C05}" presName="childShape" presStyleCnt="0">
        <dgm:presLayoutVars>
          <dgm:chMax val="0"/>
          <dgm:chPref val="0"/>
        </dgm:presLayoutVars>
      </dgm:prSet>
      <dgm:spPr/>
    </dgm:pt>
    <dgm:pt modelId="{5AE359EA-B57E-4E09-93E7-CA766B5F7AB3}" type="pres">
      <dgm:prSet presAssocID="{73CF809B-A670-4645-9151-33EF761CD8DB}" presName="childComposite" presStyleCnt="0">
        <dgm:presLayoutVars>
          <dgm:chMax val="0"/>
          <dgm:chPref val="0"/>
        </dgm:presLayoutVars>
      </dgm:prSet>
      <dgm:spPr/>
    </dgm:pt>
    <dgm:pt modelId="{0FE0AF72-9D96-46CC-8C13-F5C6477A8FBA}" type="pres">
      <dgm:prSet presAssocID="{73CF809B-A670-4645-9151-33EF761CD8DB}" presName="ChildAccent" presStyleLbl="solidFgAcc1" presStyleIdx="4" presStyleCnt="8"/>
      <dgm:spPr/>
    </dgm:pt>
    <dgm:pt modelId="{B0E82404-BC60-48C2-BD74-5282BF089D2F}" type="pres">
      <dgm:prSet presAssocID="{73CF809B-A670-4645-9151-33EF761CD8DB}" presName="Child" presStyleLbl="revTx" presStyleIdx="6" presStyleCnt="10">
        <dgm:presLayoutVars>
          <dgm:chMax val="0"/>
          <dgm:chPref val="0"/>
          <dgm:bulletEnabled val="1"/>
        </dgm:presLayoutVars>
      </dgm:prSet>
      <dgm:spPr/>
    </dgm:pt>
    <dgm:pt modelId="{6F65BA8D-F7BA-45A8-8C00-5A8EF0FF72BC}" type="pres">
      <dgm:prSet presAssocID="{5B9E92E4-DB32-401F-88F2-1030D7BC6281}" presName="childComposite" presStyleCnt="0">
        <dgm:presLayoutVars>
          <dgm:chMax val="0"/>
          <dgm:chPref val="0"/>
        </dgm:presLayoutVars>
      </dgm:prSet>
      <dgm:spPr/>
    </dgm:pt>
    <dgm:pt modelId="{25D5DA81-854F-4698-9768-8EDAD7586AF5}" type="pres">
      <dgm:prSet presAssocID="{5B9E92E4-DB32-401F-88F2-1030D7BC6281}" presName="ChildAccent" presStyleLbl="solidFgAcc1" presStyleIdx="5" presStyleCnt="8"/>
      <dgm:spPr/>
    </dgm:pt>
    <dgm:pt modelId="{81E74DE3-B994-46F1-9066-19F2196D1202}" type="pres">
      <dgm:prSet presAssocID="{5B9E92E4-DB32-401F-88F2-1030D7BC6281}" presName="Child" presStyleLbl="revTx" presStyleIdx="7" presStyleCnt="10">
        <dgm:presLayoutVars>
          <dgm:chMax val="0"/>
          <dgm:chPref val="0"/>
          <dgm:bulletEnabled val="1"/>
        </dgm:presLayoutVars>
      </dgm:prSet>
      <dgm:spPr/>
    </dgm:pt>
    <dgm:pt modelId="{98ABBE53-C5CC-4EDE-BF5C-3571E5C0BBDA}" type="pres">
      <dgm:prSet presAssocID="{AC3E856C-F81A-42C1-B7B4-EF699C68D8C2}" presName="childComposite" presStyleCnt="0">
        <dgm:presLayoutVars>
          <dgm:chMax val="0"/>
          <dgm:chPref val="0"/>
        </dgm:presLayoutVars>
      </dgm:prSet>
      <dgm:spPr/>
    </dgm:pt>
    <dgm:pt modelId="{9E6D4A31-7B3E-46C5-94AE-6BC35A2B469D}" type="pres">
      <dgm:prSet presAssocID="{AC3E856C-F81A-42C1-B7B4-EF699C68D8C2}" presName="ChildAccent" presStyleLbl="solidFgAcc1" presStyleIdx="6" presStyleCnt="8"/>
      <dgm:spPr/>
    </dgm:pt>
    <dgm:pt modelId="{8343CDA0-D67A-495D-B85F-E9E716F5B84B}" type="pres">
      <dgm:prSet presAssocID="{AC3E856C-F81A-42C1-B7B4-EF699C68D8C2}" presName="Child" presStyleLbl="revTx" presStyleIdx="8" presStyleCnt="10">
        <dgm:presLayoutVars>
          <dgm:chMax val="0"/>
          <dgm:chPref val="0"/>
          <dgm:bulletEnabled val="1"/>
        </dgm:presLayoutVars>
      </dgm:prSet>
      <dgm:spPr/>
    </dgm:pt>
    <dgm:pt modelId="{C6F25113-A6A4-4F8B-A3B8-9BA4980FE04A}" type="pres">
      <dgm:prSet presAssocID="{DE9D8DE7-D7C8-4E0D-B76B-907104EA306D}" presName="childComposite" presStyleCnt="0">
        <dgm:presLayoutVars>
          <dgm:chMax val="0"/>
          <dgm:chPref val="0"/>
        </dgm:presLayoutVars>
      </dgm:prSet>
      <dgm:spPr/>
    </dgm:pt>
    <dgm:pt modelId="{C6C140D1-6E36-4765-A832-A6B4365DB089}" type="pres">
      <dgm:prSet presAssocID="{DE9D8DE7-D7C8-4E0D-B76B-907104EA306D}" presName="ChildAccent" presStyleLbl="solidFgAcc1" presStyleIdx="7" presStyleCnt="8"/>
      <dgm:spPr/>
    </dgm:pt>
    <dgm:pt modelId="{5DEAD579-A4A4-4A58-8442-31A178EEFC03}" type="pres">
      <dgm:prSet presAssocID="{DE9D8DE7-D7C8-4E0D-B76B-907104EA306D}" presName="Child" presStyleLbl="revTx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5B6D020F-1215-4743-8605-DC4BA8FE1DD9}" type="presOf" srcId="{431F3F05-ABD8-4CAE-80F6-7008808C1968}" destId="{10AE48FA-2FA0-46EB-AE46-BC823D96E0F2}" srcOrd="0" destOrd="0" presId="urn:microsoft.com/office/officeart/2008/layout/SquareAccentList#2"/>
    <dgm:cxn modelId="{D903C82E-02BD-4855-BDCC-BE63DB5B005A}" srcId="{B1615FC9-7D8B-49D4-85EA-A35034188989}" destId="{431F3F05-ABD8-4CAE-80F6-7008808C1968}" srcOrd="2" destOrd="0" parTransId="{2BEA042B-4111-4449-89B6-1089D75B040F}" sibTransId="{AD74DA1C-79F1-45CB-A2F9-37387DC1EE12}"/>
    <dgm:cxn modelId="{37C92435-2CED-4EB3-8BE2-52E79668E5B3}" srcId="{58B17578-6F0D-4E21-8A33-78AA81510C05}" destId="{73CF809B-A670-4645-9151-33EF761CD8DB}" srcOrd="0" destOrd="0" parTransId="{250CC5F4-417E-416A-91BB-FB9CF0A37125}" sibTransId="{BE6D5AE1-A257-4F8D-9602-00D593F90921}"/>
    <dgm:cxn modelId="{EB922940-B74A-4F05-8E91-5152769B019D}" type="presOf" srcId="{DA99B077-368E-47CE-8881-BB5D0BF24BAA}" destId="{9C904FB5-E087-417A-A082-4340BD7EBDF2}" srcOrd="0" destOrd="0" presId="urn:microsoft.com/office/officeart/2008/layout/SquareAccentList#2"/>
    <dgm:cxn modelId="{93E3347B-065C-4BA9-A718-D015611E64BD}" type="presOf" srcId="{CE83DF17-C424-42A6-9058-FDD0E081DF85}" destId="{4427868E-82FA-4B97-9057-8023A18728CF}" srcOrd="0" destOrd="0" presId="urn:microsoft.com/office/officeart/2008/layout/SquareAccentList#2"/>
    <dgm:cxn modelId="{37C69C7C-FCB0-443D-BF5F-A435FA53C88B}" srcId="{B1615FC9-7D8B-49D4-85EA-A35034188989}" destId="{DA99B077-368E-47CE-8881-BB5D0BF24BAA}" srcOrd="0" destOrd="0" parTransId="{E086B109-E0AA-4B66-A649-A6E8F608B955}" sibTransId="{041D5AE5-4998-4706-979E-34056028D794}"/>
    <dgm:cxn modelId="{1BF32380-70D4-45A8-B6EB-C1DBF789069E}" type="presOf" srcId="{AC3E856C-F81A-42C1-B7B4-EF699C68D8C2}" destId="{8343CDA0-D67A-495D-B85F-E9E716F5B84B}" srcOrd="0" destOrd="0" presId="urn:microsoft.com/office/officeart/2008/layout/SquareAccentList#2"/>
    <dgm:cxn modelId="{60384D8B-34AF-4F46-8D02-77CA57C63DFE}" srcId="{B1615FC9-7D8B-49D4-85EA-A35034188989}" destId="{668CF666-85D4-47D7-920A-3EEF92F480EE}" srcOrd="1" destOrd="0" parTransId="{2E546AAC-BB0B-4E4D-ACFD-6AFEEBEC9755}" sibTransId="{B7DBB05F-7905-445C-AEDF-377090C87559}"/>
    <dgm:cxn modelId="{74FB6095-2BEB-4264-AB2B-42F49BA5D199}" type="presOf" srcId="{58B17578-6F0D-4E21-8A33-78AA81510C05}" destId="{B1433F75-BE4A-4803-B936-299E01C913E1}" srcOrd="0" destOrd="0" presId="urn:microsoft.com/office/officeart/2008/layout/SquareAccentList#2"/>
    <dgm:cxn modelId="{8769C39E-8388-4C65-A205-2441450E8977}" srcId="{58B17578-6F0D-4E21-8A33-78AA81510C05}" destId="{AC3E856C-F81A-42C1-B7B4-EF699C68D8C2}" srcOrd="2" destOrd="0" parTransId="{334DFFD0-E71E-419C-997F-87856A95D31E}" sibTransId="{90FFCAFD-F7B8-4FFD-9F95-47E31618F828}"/>
    <dgm:cxn modelId="{596044A1-8211-424D-AEB2-0F84A3D3A209}" srcId="{B1615FC9-7D8B-49D4-85EA-A35034188989}" destId="{CE83DF17-C424-42A6-9058-FDD0E081DF85}" srcOrd="3" destOrd="0" parTransId="{765A0B33-8E7E-4777-9731-001C0E93293C}" sibTransId="{63735830-F489-4358-B1D0-074475D5253B}"/>
    <dgm:cxn modelId="{4DC5F5AA-746F-44F8-AB40-6A230962DD6F}" type="presOf" srcId="{73CF809B-A670-4645-9151-33EF761CD8DB}" destId="{B0E82404-BC60-48C2-BD74-5282BF089D2F}" srcOrd="0" destOrd="0" presId="urn:microsoft.com/office/officeart/2008/layout/SquareAccentList#2"/>
    <dgm:cxn modelId="{7F12AEBA-642F-41E7-9581-BE46EC2328FA}" srcId="{9D3C4BD8-F02C-4D42-89C1-616FD8642346}" destId="{B1615FC9-7D8B-49D4-85EA-A35034188989}" srcOrd="0" destOrd="0" parTransId="{A584CB14-2957-421C-BE6B-38A03089487E}" sibTransId="{2207E8F4-AB18-4312-B711-7EC35FB406E0}"/>
    <dgm:cxn modelId="{40CC34C4-933A-4120-8CBD-3053EFEF2F21}" srcId="{58B17578-6F0D-4E21-8A33-78AA81510C05}" destId="{DE9D8DE7-D7C8-4E0D-B76B-907104EA306D}" srcOrd="3" destOrd="0" parTransId="{ADA64F8A-A08A-4E06-A1D3-CFFD3F04D766}" sibTransId="{32F244BA-5958-470F-82AA-6E15EF4533D3}"/>
    <dgm:cxn modelId="{D766DECF-60D4-4F9E-8264-3EAA2FBFE026}" type="presOf" srcId="{B1615FC9-7D8B-49D4-85EA-A35034188989}" destId="{376583BB-EAEF-4DD2-8A92-A346560494B9}" srcOrd="0" destOrd="0" presId="urn:microsoft.com/office/officeart/2008/layout/SquareAccentList#2"/>
    <dgm:cxn modelId="{F6800CD0-49A8-45F6-B9AD-9A04B013EBF3}" srcId="{9D3C4BD8-F02C-4D42-89C1-616FD8642346}" destId="{58B17578-6F0D-4E21-8A33-78AA81510C05}" srcOrd="1" destOrd="0" parTransId="{BCF8FB83-F2AD-4B25-9EA8-F560CF5D0EBC}" sibTransId="{78E792D4-E8D4-478D-976B-A4F5A283FB97}"/>
    <dgm:cxn modelId="{DCC0C7D2-E48E-40F5-90B0-AECB436781EA}" type="presOf" srcId="{9D3C4BD8-F02C-4D42-89C1-616FD8642346}" destId="{A91ADF6F-A353-4102-AD43-BE7EBC9B7B54}" srcOrd="0" destOrd="0" presId="urn:microsoft.com/office/officeart/2008/layout/SquareAccentList#2"/>
    <dgm:cxn modelId="{688418D7-1FE1-482D-AE7E-BCC7B66E3C24}" srcId="{58B17578-6F0D-4E21-8A33-78AA81510C05}" destId="{5B9E92E4-DB32-401F-88F2-1030D7BC6281}" srcOrd="1" destOrd="0" parTransId="{A1555771-7D97-4441-97F1-521E14B681E3}" sibTransId="{1BBFBB73-0C96-4112-9C30-3E931A97EB78}"/>
    <dgm:cxn modelId="{1AD1CEDC-F4DB-4917-9E81-E2874335301A}" type="presOf" srcId="{DE9D8DE7-D7C8-4E0D-B76B-907104EA306D}" destId="{5DEAD579-A4A4-4A58-8442-31A178EEFC03}" srcOrd="0" destOrd="0" presId="urn:microsoft.com/office/officeart/2008/layout/SquareAccentList#2"/>
    <dgm:cxn modelId="{29FFEDEB-84AA-43D1-A2A1-9EDBBEB3849A}" type="presOf" srcId="{5B9E92E4-DB32-401F-88F2-1030D7BC6281}" destId="{81E74DE3-B994-46F1-9066-19F2196D1202}" srcOrd="0" destOrd="0" presId="urn:microsoft.com/office/officeart/2008/layout/SquareAccentList#2"/>
    <dgm:cxn modelId="{D0B6D9F1-6294-4E46-B1BD-1092495DB1FD}" type="presOf" srcId="{668CF666-85D4-47D7-920A-3EEF92F480EE}" destId="{DE3DC787-80CE-4845-BC1F-1A58EBF1F922}" srcOrd="0" destOrd="0" presId="urn:microsoft.com/office/officeart/2008/layout/SquareAccentList#2"/>
    <dgm:cxn modelId="{C3DB43CE-DE46-4434-B983-E5D7D37838D5}" type="presParOf" srcId="{A91ADF6F-A353-4102-AD43-BE7EBC9B7B54}" destId="{A133204C-D588-4D5C-9CF7-30EBAE3AB71D}" srcOrd="0" destOrd="0" presId="urn:microsoft.com/office/officeart/2008/layout/SquareAccentList#2"/>
    <dgm:cxn modelId="{DD3AD49F-3A2C-48A5-A98A-1E6372A76BD9}" type="presParOf" srcId="{A133204C-D588-4D5C-9CF7-30EBAE3AB71D}" destId="{9479FE36-AEC1-49CC-AF68-B8D3A04F3BDC}" srcOrd="0" destOrd="0" presId="urn:microsoft.com/office/officeart/2008/layout/SquareAccentList#2"/>
    <dgm:cxn modelId="{F3C923D8-D668-4C6A-8D84-570C367E285F}" type="presParOf" srcId="{9479FE36-AEC1-49CC-AF68-B8D3A04F3BDC}" destId="{860780AD-7C0A-4E17-9264-B0C50B68D116}" srcOrd="0" destOrd="0" presId="urn:microsoft.com/office/officeart/2008/layout/SquareAccentList#2"/>
    <dgm:cxn modelId="{39F75E05-5DBB-4559-938A-4682DFF00066}" type="presParOf" srcId="{9479FE36-AEC1-49CC-AF68-B8D3A04F3BDC}" destId="{3549A428-6416-480C-851B-AA7F8105A877}" srcOrd="1" destOrd="0" presId="urn:microsoft.com/office/officeart/2008/layout/SquareAccentList#2"/>
    <dgm:cxn modelId="{0727A289-7554-40F9-A415-1DA98C528931}" type="presParOf" srcId="{9479FE36-AEC1-49CC-AF68-B8D3A04F3BDC}" destId="{376583BB-EAEF-4DD2-8A92-A346560494B9}" srcOrd="2" destOrd="0" presId="urn:microsoft.com/office/officeart/2008/layout/SquareAccentList#2"/>
    <dgm:cxn modelId="{05D90F29-9177-48EE-B1FA-C2F6322F4038}" type="presParOf" srcId="{A133204C-D588-4D5C-9CF7-30EBAE3AB71D}" destId="{359D6CC3-57B6-4787-8185-E97D88ADC040}" srcOrd="1" destOrd="0" presId="urn:microsoft.com/office/officeart/2008/layout/SquareAccentList#2"/>
    <dgm:cxn modelId="{5D05D177-029B-4F4B-AC50-AE91BBAAE8C9}" type="presParOf" srcId="{359D6CC3-57B6-4787-8185-E97D88ADC040}" destId="{D782690C-36FE-4997-AD9F-B004E85D95D8}" srcOrd="0" destOrd="0" presId="urn:microsoft.com/office/officeart/2008/layout/SquareAccentList#2"/>
    <dgm:cxn modelId="{C7C6940F-A363-450E-BF4F-61066BBC9AFC}" type="presParOf" srcId="{D782690C-36FE-4997-AD9F-B004E85D95D8}" destId="{97F9B30A-058D-4C7E-ABE6-F325B8F63B32}" srcOrd="0" destOrd="0" presId="urn:microsoft.com/office/officeart/2008/layout/SquareAccentList#2"/>
    <dgm:cxn modelId="{3AD5A530-432A-49BE-97F2-2AA1E5EFE2C8}" type="presParOf" srcId="{D782690C-36FE-4997-AD9F-B004E85D95D8}" destId="{9C904FB5-E087-417A-A082-4340BD7EBDF2}" srcOrd="1" destOrd="0" presId="urn:microsoft.com/office/officeart/2008/layout/SquareAccentList#2"/>
    <dgm:cxn modelId="{93897291-0246-4E2F-A926-240C40A76918}" type="presParOf" srcId="{359D6CC3-57B6-4787-8185-E97D88ADC040}" destId="{5F6BF75C-9682-4E39-8AB6-D9BC35D7F1F3}" srcOrd="1" destOrd="0" presId="urn:microsoft.com/office/officeart/2008/layout/SquareAccentList#2"/>
    <dgm:cxn modelId="{D1191526-14C3-4878-99C7-A4F61A33A858}" type="presParOf" srcId="{5F6BF75C-9682-4E39-8AB6-D9BC35D7F1F3}" destId="{DEB87C21-7EA0-4D99-B248-EBC4A3B9FCA4}" srcOrd="0" destOrd="0" presId="urn:microsoft.com/office/officeart/2008/layout/SquareAccentList#2"/>
    <dgm:cxn modelId="{98376CB0-FBA4-412A-9C80-EB37BD444AC7}" type="presParOf" srcId="{5F6BF75C-9682-4E39-8AB6-D9BC35D7F1F3}" destId="{DE3DC787-80CE-4845-BC1F-1A58EBF1F922}" srcOrd="1" destOrd="0" presId="urn:microsoft.com/office/officeart/2008/layout/SquareAccentList#2"/>
    <dgm:cxn modelId="{AC685CAC-BDBE-4E84-962B-08828F49A785}" type="presParOf" srcId="{359D6CC3-57B6-4787-8185-E97D88ADC040}" destId="{B080864F-84A7-41AC-8A27-6C752B87929C}" srcOrd="2" destOrd="0" presId="urn:microsoft.com/office/officeart/2008/layout/SquareAccentList#2"/>
    <dgm:cxn modelId="{83CEA2E4-F81B-4015-BAAA-B6153C424D09}" type="presParOf" srcId="{B080864F-84A7-41AC-8A27-6C752B87929C}" destId="{BE52F593-2938-45FC-A09C-06D112F9288D}" srcOrd="0" destOrd="0" presId="urn:microsoft.com/office/officeart/2008/layout/SquareAccentList#2"/>
    <dgm:cxn modelId="{30E23CC2-5C49-442C-9B40-828087D886D6}" type="presParOf" srcId="{B080864F-84A7-41AC-8A27-6C752B87929C}" destId="{10AE48FA-2FA0-46EB-AE46-BC823D96E0F2}" srcOrd="1" destOrd="0" presId="urn:microsoft.com/office/officeart/2008/layout/SquareAccentList#2"/>
    <dgm:cxn modelId="{E6FF97ED-CFA7-4BC7-8535-34022851258C}" type="presParOf" srcId="{359D6CC3-57B6-4787-8185-E97D88ADC040}" destId="{A8D416CB-A479-4985-B873-4EB38536FEF5}" srcOrd="3" destOrd="0" presId="urn:microsoft.com/office/officeart/2008/layout/SquareAccentList#2"/>
    <dgm:cxn modelId="{6898203A-BD92-4F04-B23A-B662C166FDC0}" type="presParOf" srcId="{A8D416CB-A479-4985-B873-4EB38536FEF5}" destId="{B88FCB4F-AD47-45F4-B259-A637FCCF2119}" srcOrd="0" destOrd="0" presId="urn:microsoft.com/office/officeart/2008/layout/SquareAccentList#2"/>
    <dgm:cxn modelId="{4CA7D952-4B77-4516-AC8E-183BF77E6700}" type="presParOf" srcId="{A8D416CB-A479-4985-B873-4EB38536FEF5}" destId="{4427868E-82FA-4B97-9057-8023A18728CF}" srcOrd="1" destOrd="0" presId="urn:microsoft.com/office/officeart/2008/layout/SquareAccentList#2"/>
    <dgm:cxn modelId="{304858E3-6A4C-4458-8365-F4196E382217}" type="presParOf" srcId="{A91ADF6F-A353-4102-AD43-BE7EBC9B7B54}" destId="{CAE33CEA-DF0A-49E5-AD5F-E1E62BD588F0}" srcOrd="1" destOrd="0" presId="urn:microsoft.com/office/officeart/2008/layout/SquareAccentList#2"/>
    <dgm:cxn modelId="{FEF32762-5BCD-4D8E-AEAE-7707B503EF73}" type="presParOf" srcId="{CAE33CEA-DF0A-49E5-AD5F-E1E62BD588F0}" destId="{DB457942-C9BC-4974-B848-F5E991CBC5CC}" srcOrd="0" destOrd="0" presId="urn:microsoft.com/office/officeart/2008/layout/SquareAccentList#2"/>
    <dgm:cxn modelId="{F198E88F-6E25-4AFC-9CAF-5C1939489CF1}" type="presParOf" srcId="{DB457942-C9BC-4974-B848-F5E991CBC5CC}" destId="{344F0941-A9ED-4444-8538-C8BE26C93533}" srcOrd="0" destOrd="0" presId="urn:microsoft.com/office/officeart/2008/layout/SquareAccentList#2"/>
    <dgm:cxn modelId="{E5AD7A69-321E-45F2-9F18-11DA3C982C3C}" type="presParOf" srcId="{DB457942-C9BC-4974-B848-F5E991CBC5CC}" destId="{515D8091-7E85-40EF-BDF9-BA220E6DC07D}" srcOrd="1" destOrd="0" presId="urn:microsoft.com/office/officeart/2008/layout/SquareAccentList#2"/>
    <dgm:cxn modelId="{435413E6-70B3-47CD-B263-F8E8DBF1948F}" type="presParOf" srcId="{DB457942-C9BC-4974-B848-F5E991CBC5CC}" destId="{B1433F75-BE4A-4803-B936-299E01C913E1}" srcOrd="2" destOrd="0" presId="urn:microsoft.com/office/officeart/2008/layout/SquareAccentList#2"/>
    <dgm:cxn modelId="{C036D12F-817C-467A-9CE1-5F22B27F4AD8}" type="presParOf" srcId="{CAE33CEA-DF0A-49E5-AD5F-E1E62BD588F0}" destId="{D50FBB04-AF81-4A0D-9EED-9445B8FD115C}" srcOrd="1" destOrd="0" presId="urn:microsoft.com/office/officeart/2008/layout/SquareAccentList#2"/>
    <dgm:cxn modelId="{BEE3817A-F6BB-403B-B72E-7024E6BC30A3}" type="presParOf" srcId="{D50FBB04-AF81-4A0D-9EED-9445B8FD115C}" destId="{5AE359EA-B57E-4E09-93E7-CA766B5F7AB3}" srcOrd="0" destOrd="0" presId="urn:microsoft.com/office/officeart/2008/layout/SquareAccentList#2"/>
    <dgm:cxn modelId="{5ED08A15-254F-4F8A-8DC9-53806D30F7F0}" type="presParOf" srcId="{5AE359EA-B57E-4E09-93E7-CA766B5F7AB3}" destId="{0FE0AF72-9D96-46CC-8C13-F5C6477A8FBA}" srcOrd="0" destOrd="0" presId="urn:microsoft.com/office/officeart/2008/layout/SquareAccentList#2"/>
    <dgm:cxn modelId="{A12CBB6A-D327-4335-9DF8-94DDA9B35162}" type="presParOf" srcId="{5AE359EA-B57E-4E09-93E7-CA766B5F7AB3}" destId="{B0E82404-BC60-48C2-BD74-5282BF089D2F}" srcOrd="1" destOrd="0" presId="urn:microsoft.com/office/officeart/2008/layout/SquareAccentList#2"/>
    <dgm:cxn modelId="{FF170EF8-34A3-4A30-B05F-0C43E57F69BD}" type="presParOf" srcId="{D50FBB04-AF81-4A0D-9EED-9445B8FD115C}" destId="{6F65BA8D-F7BA-45A8-8C00-5A8EF0FF72BC}" srcOrd="1" destOrd="0" presId="urn:microsoft.com/office/officeart/2008/layout/SquareAccentList#2"/>
    <dgm:cxn modelId="{84EA3414-A3AB-499E-B5E6-2F8466F761C8}" type="presParOf" srcId="{6F65BA8D-F7BA-45A8-8C00-5A8EF0FF72BC}" destId="{25D5DA81-854F-4698-9768-8EDAD7586AF5}" srcOrd="0" destOrd="0" presId="urn:microsoft.com/office/officeart/2008/layout/SquareAccentList#2"/>
    <dgm:cxn modelId="{9E693423-6555-4F40-8157-E0509B24322C}" type="presParOf" srcId="{6F65BA8D-F7BA-45A8-8C00-5A8EF0FF72BC}" destId="{81E74DE3-B994-46F1-9066-19F2196D1202}" srcOrd="1" destOrd="0" presId="urn:microsoft.com/office/officeart/2008/layout/SquareAccentList#2"/>
    <dgm:cxn modelId="{A0B2BEC2-EA6F-4FD5-A5DC-1B0F3E4F3F09}" type="presParOf" srcId="{D50FBB04-AF81-4A0D-9EED-9445B8FD115C}" destId="{98ABBE53-C5CC-4EDE-BF5C-3571E5C0BBDA}" srcOrd="2" destOrd="0" presId="urn:microsoft.com/office/officeart/2008/layout/SquareAccentList#2"/>
    <dgm:cxn modelId="{D6D360D0-9E2C-4FDD-AC38-4287192AE62D}" type="presParOf" srcId="{98ABBE53-C5CC-4EDE-BF5C-3571E5C0BBDA}" destId="{9E6D4A31-7B3E-46C5-94AE-6BC35A2B469D}" srcOrd="0" destOrd="0" presId="urn:microsoft.com/office/officeart/2008/layout/SquareAccentList#2"/>
    <dgm:cxn modelId="{3B37DC3C-BC8B-4AC0-A7CE-107336156D52}" type="presParOf" srcId="{98ABBE53-C5CC-4EDE-BF5C-3571E5C0BBDA}" destId="{8343CDA0-D67A-495D-B85F-E9E716F5B84B}" srcOrd="1" destOrd="0" presId="urn:microsoft.com/office/officeart/2008/layout/SquareAccentList#2"/>
    <dgm:cxn modelId="{B2EC052F-3E96-4D2F-8AB8-1D554B627465}" type="presParOf" srcId="{D50FBB04-AF81-4A0D-9EED-9445B8FD115C}" destId="{C6F25113-A6A4-4F8B-A3B8-9BA4980FE04A}" srcOrd="3" destOrd="0" presId="urn:microsoft.com/office/officeart/2008/layout/SquareAccentList#2"/>
    <dgm:cxn modelId="{57C443FE-3FE1-436A-A80E-54FB6D97D82C}" type="presParOf" srcId="{C6F25113-A6A4-4F8B-A3B8-9BA4980FE04A}" destId="{C6C140D1-6E36-4765-A832-A6B4365DB089}" srcOrd="0" destOrd="0" presId="urn:microsoft.com/office/officeart/2008/layout/SquareAccentList#2"/>
    <dgm:cxn modelId="{C8FB170A-9B8B-4AC3-86A9-D06E678E2D1D}" type="presParOf" srcId="{C6F25113-A6A4-4F8B-A3B8-9BA4980FE04A}" destId="{5DEAD579-A4A4-4A58-8442-31A178EEFC03}" srcOrd="1" destOrd="0" presId="urn:microsoft.com/office/officeart/2008/layout/SquareAccentLis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A00AA6-A598-4C68-9B45-8FFACA096E4E}" type="doc">
      <dgm:prSet loTypeId="urn:microsoft.com/office/officeart/2005/8/layout/pList1#1" loCatId="list" qsTypeId="urn:microsoft.com/office/officeart/2005/8/quickstyle/simple2#2" qsCatId="3D" csTypeId="urn:microsoft.com/office/officeart/2005/8/colors/accent3_1#1" csCatId="accent3" phldr="1"/>
      <dgm:spPr/>
      <dgm:t>
        <a:bodyPr/>
        <a:lstStyle/>
        <a:p>
          <a:endParaRPr lang="zh-CN" altLang="en-US"/>
        </a:p>
      </dgm:t>
    </dgm:pt>
    <dgm:pt modelId="{3467F4D4-B61F-42F2-800D-93F9234D4097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 err="1">
              <a:hlinkClick xmlns:r="http://schemas.openxmlformats.org/officeDocument/2006/relationships" r:id="rId1"/>
            </a:rPr>
            <a:t>agriGO</a:t>
          </a:r>
          <a:endParaRPr lang="zh-CN" altLang="en-US" sz="1800" dirty="0"/>
        </a:p>
      </dgm:t>
    </dgm:pt>
    <dgm:pt modelId="{E58C3E13-3476-4C6E-8BD0-31C0CC597B2A}" cxnId="{41D1BE4F-4E19-40BE-AE95-4A30178E95B4}" type="parTrans">
      <dgm:prSet/>
      <dgm:spPr/>
      <dgm:t>
        <a:bodyPr/>
        <a:lstStyle/>
        <a:p>
          <a:endParaRPr lang="zh-CN" altLang="en-US"/>
        </a:p>
      </dgm:t>
    </dgm:pt>
    <dgm:pt modelId="{FBC3A33D-B9F3-41B1-9168-5FB0C13F0282}" cxnId="{41D1BE4F-4E19-40BE-AE95-4A30178E95B4}" type="sibTrans">
      <dgm:prSet/>
      <dgm:spPr/>
      <dgm:t>
        <a:bodyPr/>
        <a:lstStyle/>
        <a:p>
          <a:endParaRPr lang="zh-CN" altLang="en-US"/>
        </a:p>
      </dgm:t>
    </dgm:pt>
    <dgm:pt modelId="{62563F70-E68C-4B1D-A616-E44FA6A98CB8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400" dirty="0"/>
            <a:t>植物基因富集专用</a:t>
          </a:r>
        </a:p>
      </dgm:t>
    </dgm:pt>
    <dgm:pt modelId="{54C04398-D218-4E32-A84A-15C253F1ABFA}" cxnId="{1725F35E-85F6-453E-8540-8CA566C5EDE8}" type="parTrans">
      <dgm:prSet/>
      <dgm:spPr/>
    </dgm:pt>
    <dgm:pt modelId="{85CF700B-778D-4583-9F61-4204FBE3E3CC}" cxnId="{1725F35E-85F6-453E-8540-8CA566C5EDE8}" type="sibTrans">
      <dgm:prSet/>
      <dgm:spPr/>
    </dgm:pt>
    <dgm:pt modelId="{2F711F76-E0C7-46A8-925A-28794ADA96BE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>
              <a:hlinkClick xmlns:r="http://schemas.openxmlformats.org/officeDocument/2006/relationships" r:id="rId2"/>
            </a:rPr>
            <a:t>WEGO</a:t>
          </a:r>
          <a:endParaRPr lang="zh-CN" altLang="en-US" sz="1800" dirty="0"/>
        </a:p>
      </dgm:t>
    </dgm:pt>
    <dgm:pt modelId="{2CE5FA50-EC1A-4E4A-8AC7-1062E7F06C40}" cxnId="{338074E5-6D23-4503-AEBF-90F7D5488523}" type="parTrans">
      <dgm:prSet/>
      <dgm:spPr/>
      <dgm:t>
        <a:bodyPr/>
        <a:lstStyle/>
        <a:p>
          <a:endParaRPr lang="zh-CN" altLang="en-US"/>
        </a:p>
      </dgm:t>
    </dgm:pt>
    <dgm:pt modelId="{AF9D095E-8F58-4020-811F-8DF569FCAC54}" cxnId="{338074E5-6D23-4503-AEBF-90F7D5488523}" type="sibTrans">
      <dgm:prSet/>
      <dgm:spPr/>
      <dgm:t>
        <a:bodyPr/>
        <a:lstStyle/>
        <a:p>
          <a:endParaRPr lang="zh-CN" altLang="en-US"/>
        </a:p>
      </dgm:t>
    </dgm:pt>
    <dgm:pt modelId="{0BA94164-6106-4F0A-893D-F668F550A23F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400" dirty="0"/>
            <a:t>富集结果可视化</a:t>
          </a:r>
        </a:p>
      </dgm:t>
    </dgm:pt>
    <dgm:pt modelId="{86019200-1BD1-42C5-BB06-1E6CF681F69C}" cxnId="{756EEFCA-42BB-49A3-9A34-E747890E295E}" type="parTrans">
      <dgm:prSet/>
      <dgm:spPr/>
    </dgm:pt>
    <dgm:pt modelId="{AE0805DE-B06F-4355-B4CD-FAF557DEDEBA}" cxnId="{756EEFCA-42BB-49A3-9A34-E747890E295E}" type="sibTrans">
      <dgm:prSet/>
      <dgm:spPr/>
    </dgm:pt>
    <dgm:pt modelId="{04D1A6D2-CE29-43FB-AE69-A6997A1D39A4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 err="1">
              <a:hlinkClick xmlns:r="http://schemas.openxmlformats.org/officeDocument/2006/relationships" r:id="rId3"/>
            </a:rPr>
            <a:t>clusterProfiler</a:t>
          </a:r>
          <a:endParaRPr lang="zh-CN" altLang="en-US" sz="1800" dirty="0"/>
        </a:p>
      </dgm:t>
    </dgm:pt>
    <dgm:pt modelId="{AC6B0679-92C3-440E-ABA7-7777EEDD66C4}" cxnId="{C48695A6-041A-486C-9B0E-ADEB1B932B9F}" type="parTrans">
      <dgm:prSet/>
      <dgm:spPr/>
      <dgm:t>
        <a:bodyPr/>
        <a:lstStyle/>
        <a:p>
          <a:endParaRPr lang="zh-CN" altLang="en-US"/>
        </a:p>
      </dgm:t>
    </dgm:pt>
    <dgm:pt modelId="{4BA3F6B4-CC7E-4C11-8F50-5516D0D622FD}" cxnId="{C48695A6-041A-486C-9B0E-ADEB1B932B9F}" type="sibTrans">
      <dgm:prSet/>
      <dgm:spPr/>
      <dgm:t>
        <a:bodyPr/>
        <a:lstStyle/>
        <a:p>
          <a:endParaRPr lang="zh-CN" altLang="en-US"/>
        </a:p>
      </dgm:t>
    </dgm:pt>
    <dgm:pt modelId="{DF747CB4-D421-455A-8856-5424A14A2F59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400" dirty="0"/>
            <a:t>实时抓取；富集方法全面；</a:t>
          </a:r>
          <a:r>
            <a:rPr lang="en-US" altLang="zh-CN" sz="1400" dirty="0"/>
            <a:t>R</a:t>
          </a:r>
          <a:r>
            <a:rPr lang="zh-CN" altLang="en-US" sz="1400" dirty="0"/>
            <a:t>语言</a:t>
          </a:r>
        </a:p>
      </dgm:t>
    </dgm:pt>
    <dgm:pt modelId="{F48DEF10-86B8-4738-970E-9654506D430D}" cxnId="{6AC812C5-099D-40D1-8479-04196F59C61A}" type="parTrans">
      <dgm:prSet/>
      <dgm:spPr/>
    </dgm:pt>
    <dgm:pt modelId="{BCB6EAFA-45C0-487D-BC8C-6512A666B01C}" cxnId="{6AC812C5-099D-40D1-8479-04196F59C61A}" type="sibTrans">
      <dgm:prSet/>
      <dgm:spPr/>
    </dgm:pt>
    <dgm:pt modelId="{99D158C7-7444-48B3-A4EB-F11D86B47DB4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 err="1">
              <a:hlinkClick xmlns:r="http://schemas.openxmlformats.org/officeDocument/2006/relationships" r:id="rId4"/>
            </a:rPr>
            <a:t>MetaScape</a:t>
          </a:r>
          <a:endParaRPr lang="zh-CN" altLang="en-US" sz="1800" dirty="0"/>
        </a:p>
      </dgm:t>
    </dgm:pt>
    <dgm:pt modelId="{3B662446-A9D2-4E91-8105-D16F01788AB9}" cxnId="{DB062162-3D68-4C93-8CD0-85343E8A10EB}" type="parTrans">
      <dgm:prSet/>
      <dgm:spPr/>
      <dgm:t>
        <a:bodyPr/>
        <a:lstStyle/>
        <a:p>
          <a:endParaRPr lang="zh-CN" altLang="en-US"/>
        </a:p>
      </dgm:t>
    </dgm:pt>
    <dgm:pt modelId="{4A8C1635-DFBC-4B3D-BE2D-1635F2FCE406}" cxnId="{DB062162-3D68-4C93-8CD0-85343E8A10EB}" type="sibTrans">
      <dgm:prSet/>
      <dgm:spPr/>
      <dgm:t>
        <a:bodyPr/>
        <a:lstStyle/>
        <a:p>
          <a:endParaRPr lang="zh-CN" altLang="en-US"/>
        </a:p>
      </dgm:t>
    </dgm:pt>
    <dgm:pt modelId="{611EA285-C6DD-4AEB-85F2-E2152B5959A2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400" dirty="0"/>
            <a:t>操作简单；可视化效果好；物种较少</a:t>
          </a:r>
        </a:p>
      </dgm:t>
    </dgm:pt>
    <dgm:pt modelId="{1C8830F9-5AC2-446A-881B-7AFD51456879}" cxnId="{DF25C820-F436-41A1-90DB-3A60C9C05992}" type="parTrans">
      <dgm:prSet/>
      <dgm:spPr/>
    </dgm:pt>
    <dgm:pt modelId="{E451EA49-DD76-4B76-934C-F6B6D1CE41F0}" cxnId="{DF25C820-F436-41A1-90DB-3A60C9C05992}" type="sibTrans">
      <dgm:prSet/>
      <dgm:spPr/>
    </dgm:pt>
    <dgm:pt modelId="{FA4B404B-6C18-4803-8D8C-62B3474CC997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/>
            <a:t>Enrichr</a:t>
          </a:r>
          <a:endParaRPr lang="zh-CN" altLang="en-US" sz="1800" dirty="0"/>
        </a:p>
      </dgm:t>
    </dgm:pt>
    <dgm:pt modelId="{643D78B8-254B-4D96-98BE-A2C62A8FD6DB}" cxnId="{AEFF51D0-5F86-4231-BC2C-1634BD72329F}" type="parTrans">
      <dgm:prSet/>
      <dgm:spPr/>
      <dgm:t>
        <a:bodyPr/>
        <a:lstStyle/>
        <a:p>
          <a:endParaRPr lang="zh-CN" altLang="en-US"/>
        </a:p>
      </dgm:t>
    </dgm:pt>
    <dgm:pt modelId="{6EFA7BB8-4D0F-44B2-9648-09FF98277EB3}" cxnId="{AEFF51D0-5F86-4231-BC2C-1634BD72329F}" type="sibTrans">
      <dgm:prSet/>
      <dgm:spPr/>
      <dgm:t>
        <a:bodyPr/>
        <a:lstStyle/>
        <a:p>
          <a:endParaRPr lang="zh-CN" altLang="en-US"/>
        </a:p>
      </dgm:t>
    </dgm:pt>
    <dgm:pt modelId="{336ADDB7-B69F-4C74-973B-F9F3F8FC2445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400" dirty="0"/>
            <a:t>操作简单</a:t>
          </a:r>
          <a:r>
            <a:rPr lang="en-US" altLang="zh-CN" sz="1400" dirty="0"/>
            <a:t>；</a:t>
          </a:r>
          <a:r>
            <a:rPr lang="zh-CN" altLang="en-US" sz="1400" dirty="0"/>
            <a:t>丰富的</a:t>
          </a:r>
          <a:r>
            <a:rPr lang="en-US" altLang="zh-CN" sz="1400" dirty="0"/>
            <a:t>API；</a:t>
          </a:r>
          <a:r>
            <a:rPr lang="zh-CN" altLang="en-US" sz="1400" dirty="0"/>
            <a:t>功能多样</a:t>
          </a:r>
        </a:p>
      </dgm:t>
    </dgm:pt>
    <dgm:pt modelId="{E61EC8EF-EC26-4B7C-B2DC-BE995042A9B3}" cxnId="{59FF7755-DA84-45F4-81D0-90CC6058DF81}" type="parTrans">
      <dgm:prSet/>
      <dgm:spPr/>
    </dgm:pt>
    <dgm:pt modelId="{4D2D8842-257C-47DC-A48B-E9E025BF1EA0}" cxnId="{59FF7755-DA84-45F4-81D0-90CC6058DF81}" type="sibTrans">
      <dgm:prSet/>
      <dgm:spPr/>
    </dgm:pt>
    <dgm:pt modelId="{0BD1BFAF-2DBB-419E-9380-A786445241BE}" type="pres">
      <dgm:prSet presAssocID="{DAA00AA6-A598-4C68-9B45-8FFACA096E4E}" presName="Name0" presStyleCnt="0">
        <dgm:presLayoutVars>
          <dgm:dir/>
          <dgm:resizeHandles val="exact"/>
        </dgm:presLayoutVars>
      </dgm:prSet>
      <dgm:spPr/>
    </dgm:pt>
    <dgm:pt modelId="{7AD3409B-0793-4D80-B792-4AEA3571F397}" type="pres">
      <dgm:prSet presAssocID="{3467F4D4-B61F-42F2-800D-93F9234D4097}" presName="compNode" presStyleCnt="0"/>
      <dgm:spPr/>
    </dgm:pt>
    <dgm:pt modelId="{C28D4FBE-AEC4-4AFA-B223-4C082DC7C72D}" type="pres">
      <dgm:prSet presAssocID="{3467F4D4-B61F-42F2-800D-93F9234D4097}" presName="pictRect" presStyleLbl="node1" presStyleIdx="0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</dgm:pt>
    <dgm:pt modelId="{FE2AAF77-63C8-4A88-A6CE-56BE555EBC48}" type="pres">
      <dgm:prSet presAssocID="{3467F4D4-B61F-42F2-800D-93F9234D4097}" presName="textRect" presStyleLbl="revTx" presStyleIdx="0" presStyleCnt="5">
        <dgm:presLayoutVars>
          <dgm:bulletEnabled val="1"/>
        </dgm:presLayoutVars>
      </dgm:prSet>
      <dgm:spPr/>
    </dgm:pt>
    <dgm:pt modelId="{DF0EA8CB-0F4E-4072-BF97-A054A472D2E6}" type="pres">
      <dgm:prSet presAssocID="{FBC3A33D-B9F3-41B1-9168-5FB0C13F0282}" presName="sibTrans" presStyleLbl="sibTrans2D1" presStyleIdx="0" presStyleCnt="0"/>
      <dgm:spPr/>
    </dgm:pt>
    <dgm:pt modelId="{4878D700-E928-4D8E-A52B-1481B9862CA0}" type="pres">
      <dgm:prSet presAssocID="{2F711F76-E0C7-46A8-925A-28794ADA96BE}" presName="compNode" presStyleCnt="0"/>
      <dgm:spPr/>
    </dgm:pt>
    <dgm:pt modelId="{C0FAA341-CFE4-47F4-86FF-088CC83036DE}" type="pres">
      <dgm:prSet presAssocID="{2F711F76-E0C7-46A8-925A-28794ADA96BE}" presName="pictRect" presStyleLbl="node1" presStyleIdx="1" presStyleCnt="5"/>
      <dgm:spPr>
        <a:blipFill>
          <a:blip xmlns:r="http://schemas.openxmlformats.org/officeDocument/2006/relationships" r:embed="rId6"/>
          <a:srcRect/>
          <a:stretch>
            <a:fillRect t="-2000" b="-2000"/>
          </a:stretch>
        </a:blipFill>
      </dgm:spPr>
    </dgm:pt>
    <dgm:pt modelId="{20842CF0-6838-43A2-9A59-4A3B07118BB0}" type="pres">
      <dgm:prSet presAssocID="{2F711F76-E0C7-46A8-925A-28794ADA96BE}" presName="textRect" presStyleLbl="revTx" presStyleIdx="1" presStyleCnt="5">
        <dgm:presLayoutVars>
          <dgm:bulletEnabled val="1"/>
        </dgm:presLayoutVars>
      </dgm:prSet>
      <dgm:spPr/>
    </dgm:pt>
    <dgm:pt modelId="{EA175AF4-5465-4D32-851B-5C55186AEFD3}" type="pres">
      <dgm:prSet presAssocID="{AF9D095E-8F58-4020-811F-8DF569FCAC54}" presName="sibTrans" presStyleLbl="sibTrans2D1" presStyleIdx="0" presStyleCnt="0"/>
      <dgm:spPr/>
    </dgm:pt>
    <dgm:pt modelId="{94E4C51B-C19F-4B80-93F2-F30D1D508B59}" type="pres">
      <dgm:prSet presAssocID="{04D1A6D2-CE29-43FB-AE69-A6997A1D39A4}" presName="compNode" presStyleCnt="0"/>
      <dgm:spPr/>
    </dgm:pt>
    <dgm:pt modelId="{89852A8B-F149-42EC-A321-A4BB6AA89FA5}" type="pres">
      <dgm:prSet presAssocID="{04D1A6D2-CE29-43FB-AE69-A6997A1D39A4}" presName="pictRect" presStyleLbl="node1" presStyleIdx="2" presStyleCnt="5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  <dgm:pt modelId="{4BFD2A37-DCA9-4634-AC14-96FA5688C1F9}" type="pres">
      <dgm:prSet presAssocID="{04D1A6D2-CE29-43FB-AE69-A6997A1D39A4}" presName="textRect" presStyleLbl="revTx" presStyleIdx="2" presStyleCnt="5">
        <dgm:presLayoutVars>
          <dgm:bulletEnabled val="1"/>
        </dgm:presLayoutVars>
      </dgm:prSet>
      <dgm:spPr/>
    </dgm:pt>
    <dgm:pt modelId="{3D2116AB-987C-4947-A306-AE286339E800}" type="pres">
      <dgm:prSet presAssocID="{4BA3F6B4-CC7E-4C11-8F50-5516D0D622FD}" presName="sibTrans" presStyleLbl="sibTrans2D1" presStyleIdx="0" presStyleCnt="0"/>
      <dgm:spPr/>
    </dgm:pt>
    <dgm:pt modelId="{6DA11007-17E4-4226-8B49-5C21E73B540E}" type="pres">
      <dgm:prSet presAssocID="{99D158C7-7444-48B3-A4EB-F11D86B47DB4}" presName="compNode" presStyleCnt="0"/>
      <dgm:spPr/>
    </dgm:pt>
    <dgm:pt modelId="{96A113D5-CDD2-4CE8-A148-68569EC9057F}" type="pres">
      <dgm:prSet presAssocID="{99D158C7-7444-48B3-A4EB-F11D86B47DB4}" presName="pictRect" presStyleLbl="node1" presStyleIdx="3" presStyleCnt="5"/>
      <dgm:spPr>
        <a:blipFill>
          <a:blip xmlns:r="http://schemas.openxmlformats.org/officeDocument/2006/relationships" r:embed="rId8"/>
          <a:srcRect/>
          <a:stretch>
            <a:fillRect l="-30000" r="-30000"/>
          </a:stretch>
        </a:blipFill>
      </dgm:spPr>
    </dgm:pt>
    <dgm:pt modelId="{92AFE27E-2F7F-4102-81FC-85E426BB4454}" type="pres">
      <dgm:prSet presAssocID="{99D158C7-7444-48B3-A4EB-F11D86B47DB4}" presName="textRect" presStyleLbl="revTx" presStyleIdx="3" presStyleCnt="5">
        <dgm:presLayoutVars>
          <dgm:bulletEnabled val="1"/>
        </dgm:presLayoutVars>
      </dgm:prSet>
      <dgm:spPr/>
    </dgm:pt>
    <dgm:pt modelId="{9E2BE111-B469-4CA6-8B98-776352CE5153}" type="pres">
      <dgm:prSet presAssocID="{4A8C1635-DFBC-4B3D-BE2D-1635F2FCE406}" presName="sibTrans" presStyleLbl="sibTrans2D1" presStyleIdx="0" presStyleCnt="0"/>
      <dgm:spPr/>
    </dgm:pt>
    <dgm:pt modelId="{B2441AEC-52E1-4404-87BC-692A6901BF6D}" type="pres">
      <dgm:prSet presAssocID="{FA4B404B-6C18-4803-8D8C-62B3474CC997}" presName="compNode" presStyleCnt="0"/>
      <dgm:spPr/>
    </dgm:pt>
    <dgm:pt modelId="{A27291DE-1D3E-4CAF-A411-6B622E6F27F5}" type="pres">
      <dgm:prSet presAssocID="{FA4B404B-6C18-4803-8D8C-62B3474CC997}" presName="pictRect" presStyleLbl="node1" presStyleIdx="4" presStyleCnt="5"/>
      <dgm:spPr>
        <a:blipFill>
          <a:blip xmlns:r="http://schemas.openxmlformats.org/officeDocument/2006/relationships" r:embed="rId9"/>
          <a:stretch>
            <a:fillRect/>
          </a:stretch>
        </a:blipFill>
      </dgm:spPr>
    </dgm:pt>
    <dgm:pt modelId="{7DD0D367-9D48-4D4C-9B0B-D5C3CF60B21B}" type="pres">
      <dgm:prSet presAssocID="{FA4B404B-6C18-4803-8D8C-62B3474CC997}" presName="textRect" presStyleLbl="revTx" presStyleIdx="4" presStyleCnt="5">
        <dgm:presLayoutVars>
          <dgm:bulletEnabled val="1"/>
        </dgm:presLayoutVars>
      </dgm:prSet>
      <dgm:spPr/>
    </dgm:pt>
  </dgm:ptLst>
  <dgm:cxnLst>
    <dgm:cxn modelId="{5FEBDB04-6F15-4019-AFB1-A8D7A8648112}" type="presOf" srcId="{FA4B404B-6C18-4803-8D8C-62B3474CC997}" destId="{B2441AEC-52E1-4404-87BC-692A6901BF6D}" srcOrd="0" destOrd="0" presId="urn:microsoft.com/office/officeart/2005/8/layout/pList1#1"/>
    <dgm:cxn modelId="{974DB306-72E5-46F5-8033-02CBD3E30933}" type="presOf" srcId="{62563F70-E68C-4B1D-A616-E44FA6A98CB8}" destId="{FE2AAF77-63C8-4A88-A6CE-56BE555EBC48}" srcOrd="0" destOrd="1" presId="urn:microsoft.com/office/officeart/2005/8/layout/pList1#1"/>
    <dgm:cxn modelId="{FC076F15-0DFF-4335-8A18-A3F0E48035F9}" type="presOf" srcId="{AF9D095E-8F58-4020-811F-8DF569FCAC54}" destId="{EA175AF4-5465-4D32-851B-5C55186AEFD3}" srcOrd="0" destOrd="0" presId="urn:microsoft.com/office/officeart/2005/8/layout/pList1#1"/>
    <dgm:cxn modelId="{B6FD4419-900C-4A8E-86E8-0F368FCD4ED4}" type="presOf" srcId="{2F711F76-E0C7-46A8-925A-28794ADA96BE}" destId="{4878D700-E928-4D8E-A52B-1481B9862CA0}" srcOrd="0" destOrd="0" presId="urn:microsoft.com/office/officeart/2005/8/layout/pList1#1"/>
    <dgm:cxn modelId="{ADB7CF1C-31AD-4DB6-B37C-1C9385F04F6E}" type="presOf" srcId="{0BA94164-6106-4F0A-893D-F668F550A23F}" destId="{20842CF0-6838-43A2-9A59-4A3B07118BB0}" srcOrd="0" destOrd="1" presId="urn:microsoft.com/office/officeart/2005/8/layout/pList1#1"/>
    <dgm:cxn modelId="{DF25C820-F436-41A1-90DB-3A60C9C05992}" srcId="{99D158C7-7444-48B3-A4EB-F11D86B47DB4}" destId="{611EA285-C6DD-4AEB-85F2-E2152B5959A2}" srcOrd="0" destOrd="0" parTransId="{1C8830F9-5AC2-446A-881B-7AFD51456879}" sibTransId="{E451EA49-DD76-4B76-934C-F6B6D1CE41F0}"/>
    <dgm:cxn modelId="{A9B83C30-6B0C-4C02-BD42-5778C9351889}" type="presOf" srcId="{DF747CB4-D421-455A-8856-5424A14A2F59}" destId="{4BFD2A37-DCA9-4634-AC14-96FA5688C1F9}" srcOrd="0" destOrd="1" presId="urn:microsoft.com/office/officeart/2005/8/layout/pList1#1"/>
    <dgm:cxn modelId="{7B418B3D-E133-423D-ABD5-260D121BB74B}" type="presOf" srcId="{3467F4D4-B61F-42F2-800D-93F9234D4097}" destId="{7AD3409B-0793-4D80-B792-4AEA3571F397}" srcOrd="0" destOrd="0" presId="urn:microsoft.com/office/officeart/2005/8/layout/pList1#1"/>
    <dgm:cxn modelId="{41D1BE4F-4E19-40BE-AE95-4A30178E95B4}" srcId="{DAA00AA6-A598-4C68-9B45-8FFACA096E4E}" destId="{3467F4D4-B61F-42F2-800D-93F9234D4097}" srcOrd="0" destOrd="0" parTransId="{E58C3E13-3476-4C6E-8BD0-31C0CC597B2A}" sibTransId="{FBC3A33D-B9F3-41B1-9168-5FB0C13F0282}"/>
    <dgm:cxn modelId="{59FF7755-DA84-45F4-81D0-90CC6058DF81}" srcId="{FA4B404B-6C18-4803-8D8C-62B3474CC997}" destId="{336ADDB7-B69F-4C74-973B-F9F3F8FC2445}" srcOrd="0" destOrd="0" parTransId="{E61EC8EF-EC26-4B7C-B2DC-BE995042A9B3}" sibTransId="{4D2D8842-257C-47DC-A48B-E9E025BF1EA0}"/>
    <dgm:cxn modelId="{B77BB95C-D08C-4112-B786-4FDF4CAEBB1E}" type="presOf" srcId="{DAA00AA6-A598-4C68-9B45-8FFACA096E4E}" destId="{0BD1BFAF-2DBB-419E-9380-A786445241BE}" srcOrd="0" destOrd="0" presId="urn:microsoft.com/office/officeart/2005/8/layout/pList1#1"/>
    <dgm:cxn modelId="{1725F35E-85F6-453E-8540-8CA566C5EDE8}" srcId="{3467F4D4-B61F-42F2-800D-93F9234D4097}" destId="{62563F70-E68C-4B1D-A616-E44FA6A98CB8}" srcOrd="0" destOrd="0" parTransId="{54C04398-D218-4E32-A84A-15C253F1ABFA}" sibTransId="{85CF700B-778D-4583-9F61-4204FBE3E3CC}"/>
    <dgm:cxn modelId="{DB062162-3D68-4C93-8CD0-85343E8A10EB}" srcId="{DAA00AA6-A598-4C68-9B45-8FFACA096E4E}" destId="{99D158C7-7444-48B3-A4EB-F11D86B47DB4}" srcOrd="3" destOrd="0" parTransId="{3B662446-A9D2-4E91-8105-D16F01788AB9}" sibTransId="{4A8C1635-DFBC-4B3D-BE2D-1635F2FCE406}"/>
    <dgm:cxn modelId="{23066764-FDF7-4F3B-AA20-B09C5D772FEF}" type="presOf" srcId="{04D1A6D2-CE29-43FB-AE69-A6997A1D39A4}" destId="{94E4C51B-C19F-4B80-93F2-F30D1D508B59}" srcOrd="0" destOrd="0" presId="urn:microsoft.com/office/officeart/2005/8/layout/pList1#1"/>
    <dgm:cxn modelId="{28968F85-5A5B-41B0-ACF7-150D260AD4E2}" type="presOf" srcId="{611EA285-C6DD-4AEB-85F2-E2152B5959A2}" destId="{92AFE27E-2F7F-4102-81FC-85E426BB4454}" srcOrd="0" destOrd="1" presId="urn:microsoft.com/office/officeart/2005/8/layout/pList1#1"/>
    <dgm:cxn modelId="{50D7E085-449D-4E2F-AAAA-5911C4698525}" type="presOf" srcId="{04D1A6D2-CE29-43FB-AE69-A6997A1D39A4}" destId="{4BFD2A37-DCA9-4634-AC14-96FA5688C1F9}" srcOrd="1" destOrd="0" presId="urn:microsoft.com/office/officeart/2005/8/layout/pList1#1"/>
    <dgm:cxn modelId="{60F87688-76E8-439B-8C73-2F5FAFEF73CE}" type="presOf" srcId="{3467F4D4-B61F-42F2-800D-93F9234D4097}" destId="{FE2AAF77-63C8-4A88-A6CE-56BE555EBC48}" srcOrd="1" destOrd="0" presId="urn:microsoft.com/office/officeart/2005/8/layout/pList1#1"/>
    <dgm:cxn modelId="{957BA28E-C618-412A-A82A-B2BF8253DE1B}" type="presOf" srcId="{99D158C7-7444-48B3-A4EB-F11D86B47DB4}" destId="{92AFE27E-2F7F-4102-81FC-85E426BB4454}" srcOrd="1" destOrd="0" presId="urn:microsoft.com/office/officeart/2005/8/layout/pList1#1"/>
    <dgm:cxn modelId="{F3A90096-ED08-4BA7-81EA-DA4649648FA6}" type="presOf" srcId="{FBC3A33D-B9F3-41B1-9168-5FB0C13F0282}" destId="{DF0EA8CB-0F4E-4072-BF97-A054A472D2E6}" srcOrd="0" destOrd="0" presId="urn:microsoft.com/office/officeart/2005/8/layout/pList1#1"/>
    <dgm:cxn modelId="{C48695A6-041A-486C-9B0E-ADEB1B932B9F}" srcId="{DAA00AA6-A598-4C68-9B45-8FFACA096E4E}" destId="{04D1A6D2-CE29-43FB-AE69-A6997A1D39A4}" srcOrd="2" destOrd="0" parTransId="{AC6B0679-92C3-440E-ABA7-7777EEDD66C4}" sibTransId="{4BA3F6B4-CC7E-4C11-8F50-5516D0D622FD}"/>
    <dgm:cxn modelId="{02154DA8-E822-451F-98B5-8AE0919D6F69}" type="presOf" srcId="{99D158C7-7444-48B3-A4EB-F11D86B47DB4}" destId="{6DA11007-17E4-4226-8B49-5C21E73B540E}" srcOrd="0" destOrd="0" presId="urn:microsoft.com/office/officeart/2005/8/layout/pList1#1"/>
    <dgm:cxn modelId="{E96297B5-1B24-48C4-92C5-97D124106A3F}" type="presOf" srcId="{2F711F76-E0C7-46A8-925A-28794ADA96BE}" destId="{20842CF0-6838-43A2-9A59-4A3B07118BB0}" srcOrd="1" destOrd="0" presId="urn:microsoft.com/office/officeart/2005/8/layout/pList1#1"/>
    <dgm:cxn modelId="{6B6A8DBB-236D-4CC5-88AF-492EFD990DF9}" type="presOf" srcId="{FA4B404B-6C18-4803-8D8C-62B3474CC997}" destId="{7DD0D367-9D48-4D4C-9B0B-D5C3CF60B21B}" srcOrd="1" destOrd="0" presId="urn:microsoft.com/office/officeart/2005/8/layout/pList1#1"/>
    <dgm:cxn modelId="{6AC812C5-099D-40D1-8479-04196F59C61A}" srcId="{04D1A6D2-CE29-43FB-AE69-A6997A1D39A4}" destId="{DF747CB4-D421-455A-8856-5424A14A2F59}" srcOrd="0" destOrd="0" parTransId="{F48DEF10-86B8-4738-970E-9654506D430D}" sibTransId="{BCB6EAFA-45C0-487D-BC8C-6512A666B01C}"/>
    <dgm:cxn modelId="{756EEFCA-42BB-49A3-9A34-E747890E295E}" srcId="{2F711F76-E0C7-46A8-925A-28794ADA96BE}" destId="{0BA94164-6106-4F0A-893D-F668F550A23F}" srcOrd="0" destOrd="0" parTransId="{86019200-1BD1-42C5-BB06-1E6CF681F69C}" sibTransId="{AE0805DE-B06F-4355-B4CD-FAF557DEDEBA}"/>
    <dgm:cxn modelId="{AEFF51D0-5F86-4231-BC2C-1634BD72329F}" srcId="{DAA00AA6-A598-4C68-9B45-8FFACA096E4E}" destId="{FA4B404B-6C18-4803-8D8C-62B3474CC997}" srcOrd="4" destOrd="0" parTransId="{643D78B8-254B-4D96-98BE-A2C62A8FD6DB}" sibTransId="{6EFA7BB8-4D0F-44B2-9648-09FF98277EB3}"/>
    <dgm:cxn modelId="{EB44F1E3-C094-485B-9E9F-52F06D9092DA}" type="presOf" srcId="{4BA3F6B4-CC7E-4C11-8F50-5516D0D622FD}" destId="{3D2116AB-987C-4947-A306-AE286339E800}" srcOrd="0" destOrd="0" presId="urn:microsoft.com/office/officeart/2005/8/layout/pList1#1"/>
    <dgm:cxn modelId="{338074E5-6D23-4503-AEBF-90F7D5488523}" srcId="{DAA00AA6-A598-4C68-9B45-8FFACA096E4E}" destId="{2F711F76-E0C7-46A8-925A-28794ADA96BE}" srcOrd="1" destOrd="0" parTransId="{2CE5FA50-EC1A-4E4A-8AC7-1062E7F06C40}" sibTransId="{AF9D095E-8F58-4020-811F-8DF569FCAC54}"/>
    <dgm:cxn modelId="{30BF3CEC-F8E7-490B-8FC0-D29B5039AB0D}" type="presOf" srcId="{4A8C1635-DFBC-4B3D-BE2D-1635F2FCE406}" destId="{9E2BE111-B469-4CA6-8B98-776352CE5153}" srcOrd="0" destOrd="0" presId="urn:microsoft.com/office/officeart/2005/8/layout/pList1#1"/>
    <dgm:cxn modelId="{1DF000FE-C6D7-47B6-ACAB-15FB4CBC9468}" type="presOf" srcId="{336ADDB7-B69F-4C74-973B-F9F3F8FC2445}" destId="{7DD0D367-9D48-4D4C-9B0B-D5C3CF60B21B}" srcOrd="0" destOrd="1" presId="urn:microsoft.com/office/officeart/2005/8/layout/pList1#1"/>
    <dgm:cxn modelId="{449A8FA5-FAB1-40FE-B089-709CE692EB6F}" type="presParOf" srcId="{0BD1BFAF-2DBB-419E-9380-A786445241BE}" destId="{7AD3409B-0793-4D80-B792-4AEA3571F397}" srcOrd="0" destOrd="0" presId="urn:microsoft.com/office/officeart/2005/8/layout/pList1#1"/>
    <dgm:cxn modelId="{D3132675-6708-4807-AA2A-CDA525F45146}" type="presParOf" srcId="{7AD3409B-0793-4D80-B792-4AEA3571F397}" destId="{C28D4FBE-AEC4-4AFA-B223-4C082DC7C72D}" srcOrd="0" destOrd="0" presId="urn:microsoft.com/office/officeart/2005/8/layout/pList1#1"/>
    <dgm:cxn modelId="{F84E5B2B-D663-4697-8298-BD5D06E6E621}" type="presParOf" srcId="{7AD3409B-0793-4D80-B792-4AEA3571F397}" destId="{FE2AAF77-63C8-4A88-A6CE-56BE555EBC48}" srcOrd="1" destOrd="0" presId="urn:microsoft.com/office/officeart/2005/8/layout/pList1#1"/>
    <dgm:cxn modelId="{FAC22090-6F4B-4084-80F8-E46805E3A558}" type="presParOf" srcId="{0BD1BFAF-2DBB-419E-9380-A786445241BE}" destId="{DF0EA8CB-0F4E-4072-BF97-A054A472D2E6}" srcOrd="1" destOrd="0" presId="urn:microsoft.com/office/officeart/2005/8/layout/pList1#1"/>
    <dgm:cxn modelId="{597F0A86-5440-4D4F-8C0B-1DD79DBC63D2}" type="presParOf" srcId="{0BD1BFAF-2DBB-419E-9380-A786445241BE}" destId="{4878D700-E928-4D8E-A52B-1481B9862CA0}" srcOrd="2" destOrd="0" presId="urn:microsoft.com/office/officeart/2005/8/layout/pList1#1"/>
    <dgm:cxn modelId="{D37F0FEB-1EC4-41A9-BBCF-B25905F0AA19}" type="presParOf" srcId="{4878D700-E928-4D8E-A52B-1481B9862CA0}" destId="{C0FAA341-CFE4-47F4-86FF-088CC83036DE}" srcOrd="0" destOrd="0" presId="urn:microsoft.com/office/officeart/2005/8/layout/pList1#1"/>
    <dgm:cxn modelId="{318404F5-6420-4B4C-A8A0-6B03300E8FC8}" type="presParOf" srcId="{4878D700-E928-4D8E-A52B-1481B9862CA0}" destId="{20842CF0-6838-43A2-9A59-4A3B07118BB0}" srcOrd="1" destOrd="0" presId="urn:microsoft.com/office/officeart/2005/8/layout/pList1#1"/>
    <dgm:cxn modelId="{BF1903EF-6FA0-4DE2-94D9-5E036CD0FA78}" type="presParOf" srcId="{0BD1BFAF-2DBB-419E-9380-A786445241BE}" destId="{EA175AF4-5465-4D32-851B-5C55186AEFD3}" srcOrd="3" destOrd="0" presId="urn:microsoft.com/office/officeart/2005/8/layout/pList1#1"/>
    <dgm:cxn modelId="{817A3A81-00B4-4BF1-B54F-18FFD2E336FA}" type="presParOf" srcId="{0BD1BFAF-2DBB-419E-9380-A786445241BE}" destId="{94E4C51B-C19F-4B80-93F2-F30D1D508B59}" srcOrd="4" destOrd="0" presId="urn:microsoft.com/office/officeart/2005/8/layout/pList1#1"/>
    <dgm:cxn modelId="{9BD7C6B5-5BA6-440E-800D-D87B58936FB3}" type="presParOf" srcId="{94E4C51B-C19F-4B80-93F2-F30D1D508B59}" destId="{89852A8B-F149-42EC-A321-A4BB6AA89FA5}" srcOrd="0" destOrd="0" presId="urn:microsoft.com/office/officeart/2005/8/layout/pList1#1"/>
    <dgm:cxn modelId="{33AB9327-0426-409F-A1B8-263D306B1908}" type="presParOf" srcId="{94E4C51B-C19F-4B80-93F2-F30D1D508B59}" destId="{4BFD2A37-DCA9-4634-AC14-96FA5688C1F9}" srcOrd="1" destOrd="0" presId="urn:microsoft.com/office/officeart/2005/8/layout/pList1#1"/>
    <dgm:cxn modelId="{E07340E0-09C0-4203-AE14-FBC68DDF84D8}" type="presParOf" srcId="{0BD1BFAF-2DBB-419E-9380-A786445241BE}" destId="{3D2116AB-987C-4947-A306-AE286339E800}" srcOrd="5" destOrd="0" presId="urn:microsoft.com/office/officeart/2005/8/layout/pList1#1"/>
    <dgm:cxn modelId="{3F9805FF-418D-4B32-8D2F-81830268B828}" type="presParOf" srcId="{0BD1BFAF-2DBB-419E-9380-A786445241BE}" destId="{6DA11007-17E4-4226-8B49-5C21E73B540E}" srcOrd="6" destOrd="0" presId="urn:microsoft.com/office/officeart/2005/8/layout/pList1#1"/>
    <dgm:cxn modelId="{086A4F05-2B5E-4357-897E-46204DEE21E0}" type="presParOf" srcId="{6DA11007-17E4-4226-8B49-5C21E73B540E}" destId="{96A113D5-CDD2-4CE8-A148-68569EC9057F}" srcOrd="0" destOrd="0" presId="urn:microsoft.com/office/officeart/2005/8/layout/pList1#1"/>
    <dgm:cxn modelId="{0043CB00-5CEE-4F1F-A644-38C659557C67}" type="presParOf" srcId="{6DA11007-17E4-4226-8B49-5C21E73B540E}" destId="{92AFE27E-2F7F-4102-81FC-85E426BB4454}" srcOrd="1" destOrd="0" presId="urn:microsoft.com/office/officeart/2005/8/layout/pList1#1"/>
    <dgm:cxn modelId="{13DEB87F-E3D0-454B-B006-A7632C473CA9}" type="presParOf" srcId="{0BD1BFAF-2DBB-419E-9380-A786445241BE}" destId="{9E2BE111-B469-4CA6-8B98-776352CE5153}" srcOrd="7" destOrd="0" presId="urn:microsoft.com/office/officeart/2005/8/layout/pList1#1"/>
    <dgm:cxn modelId="{18663AAA-D432-4A04-BCB6-0F00C6079AB7}" type="presParOf" srcId="{0BD1BFAF-2DBB-419E-9380-A786445241BE}" destId="{B2441AEC-52E1-4404-87BC-692A6901BF6D}" srcOrd="8" destOrd="0" presId="urn:microsoft.com/office/officeart/2005/8/layout/pList1#1"/>
    <dgm:cxn modelId="{2F5E9C4E-4C1B-40BE-999E-8C93B0D1ABB9}" type="presParOf" srcId="{B2441AEC-52E1-4404-87BC-692A6901BF6D}" destId="{A27291DE-1D3E-4CAF-A411-6B622E6F27F5}" srcOrd="0" destOrd="0" presId="urn:microsoft.com/office/officeart/2005/8/layout/pList1#1"/>
    <dgm:cxn modelId="{7FFEB1F0-3A36-49BB-ACD6-A2FA6FFB5470}" type="presParOf" srcId="{B2441AEC-52E1-4404-87BC-692A6901BF6D}" destId="{7DD0D367-9D48-4D4C-9B0B-D5C3CF60B21B}" srcOrd="1" destOrd="0" presId="urn:microsoft.com/office/officeart/2005/8/layout/pList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092D10B-FEDB-434F-8B9E-FF698CD3A448}" type="doc">
      <dgm:prSet loTypeId="urn:microsoft.com/office/officeart/2005/8/layout/arrow2#1" loCatId="process" qsTypeId="urn:microsoft.com/office/officeart/2005/8/quickstyle/simple1#2" qsCatId="simple" csTypeId="urn:microsoft.com/office/officeart/2005/8/colors/colorful5#2" csCatId="colorful" phldr="1"/>
      <dgm:spPr/>
      <dgm:t>
        <a:bodyPr/>
        <a:lstStyle/>
        <a:p>
          <a:endParaRPr lang="zh-CN" altLang="en-US"/>
        </a:p>
      </dgm:t>
    </dgm:pt>
    <dgm:pt modelId="{266CEAF6-03DD-4E3C-86C1-656EAABF246B}">
      <dgm:prSet phldrT="[文本]" custT="1"/>
      <dgm:spPr/>
      <dgm:t>
        <a:bodyPr/>
        <a:lstStyle/>
        <a:p>
          <a:r>
            <a:rPr lang="zh-CN" altLang="en-US" sz="1600" dirty="0"/>
            <a:t>上传基因</a:t>
          </a:r>
        </a:p>
      </dgm:t>
    </dgm:pt>
    <dgm:pt modelId="{E7B5E69D-8C31-4856-BFF7-7618758DE463}" cxnId="{AB20DDB7-BADF-4331-97FC-8C3995A1DB7D}" type="parTrans">
      <dgm:prSet/>
      <dgm:spPr/>
      <dgm:t>
        <a:bodyPr/>
        <a:lstStyle/>
        <a:p>
          <a:endParaRPr lang="zh-CN" altLang="en-US"/>
        </a:p>
      </dgm:t>
    </dgm:pt>
    <dgm:pt modelId="{1C2776F5-01B7-4D77-8561-2C5C9A4F85F0}" cxnId="{AB20DDB7-BADF-4331-97FC-8C3995A1DB7D}" type="sibTrans">
      <dgm:prSet/>
      <dgm:spPr/>
      <dgm:t>
        <a:bodyPr/>
        <a:lstStyle/>
        <a:p>
          <a:endParaRPr lang="zh-CN" altLang="en-US"/>
        </a:p>
      </dgm:t>
    </dgm:pt>
    <dgm:pt modelId="{795EEB39-F441-46AE-AF0C-C3BCB959E00F}">
      <dgm:prSet phldrT="[文本]" custT="1"/>
      <dgm:spPr/>
      <dgm:t>
        <a:bodyPr/>
        <a:lstStyle/>
        <a:p>
          <a:r>
            <a:rPr lang="zh-CN" altLang="en-US" sz="1600" dirty="0"/>
            <a:t>选择物种</a:t>
          </a:r>
        </a:p>
      </dgm:t>
    </dgm:pt>
    <dgm:pt modelId="{F170C7AB-A0DD-49F3-B57B-50C62E416E43}" cxnId="{543454A6-535B-47EE-8BB1-DEEFA99AA8DA}" type="parTrans">
      <dgm:prSet/>
      <dgm:spPr/>
      <dgm:t>
        <a:bodyPr/>
        <a:lstStyle/>
        <a:p>
          <a:endParaRPr lang="zh-CN" altLang="en-US"/>
        </a:p>
      </dgm:t>
    </dgm:pt>
    <dgm:pt modelId="{A838C720-51CB-4FBD-96C3-210B4BB51315}" cxnId="{543454A6-535B-47EE-8BB1-DEEFA99AA8DA}" type="sibTrans">
      <dgm:prSet/>
      <dgm:spPr/>
      <dgm:t>
        <a:bodyPr/>
        <a:lstStyle/>
        <a:p>
          <a:endParaRPr lang="zh-CN" altLang="en-US"/>
        </a:p>
      </dgm:t>
    </dgm:pt>
    <dgm:pt modelId="{D997A959-FEC6-4F91-8555-E04EDC2C3816}">
      <dgm:prSet phldrT="[文本]" custT="1"/>
      <dgm:spPr/>
      <dgm:t>
        <a:bodyPr/>
        <a:lstStyle/>
        <a:p>
          <a:r>
            <a:rPr lang="zh-CN" altLang="en-US" sz="1600" dirty="0"/>
            <a:t>提交运行</a:t>
          </a:r>
        </a:p>
      </dgm:t>
    </dgm:pt>
    <dgm:pt modelId="{F902BBEE-C15F-45DA-91C0-26EC370FAFFD}" cxnId="{1AD03E08-0878-4EF9-AE44-B89037746F13}" type="parTrans">
      <dgm:prSet/>
      <dgm:spPr/>
      <dgm:t>
        <a:bodyPr/>
        <a:lstStyle/>
        <a:p>
          <a:endParaRPr lang="zh-CN" altLang="en-US"/>
        </a:p>
      </dgm:t>
    </dgm:pt>
    <dgm:pt modelId="{15DA0704-B042-471E-A244-5FFB00A33F96}" cxnId="{1AD03E08-0878-4EF9-AE44-B89037746F13}" type="sibTrans">
      <dgm:prSet/>
      <dgm:spPr/>
      <dgm:t>
        <a:bodyPr/>
        <a:lstStyle/>
        <a:p>
          <a:endParaRPr lang="zh-CN" altLang="en-US"/>
        </a:p>
      </dgm:t>
    </dgm:pt>
    <dgm:pt modelId="{7561D3A3-211A-48A6-BDCA-174BB16F4CAF}" type="pres">
      <dgm:prSet presAssocID="{B092D10B-FEDB-434F-8B9E-FF698CD3A448}" presName="arrowDiagram" presStyleCnt="0">
        <dgm:presLayoutVars>
          <dgm:chMax val="5"/>
          <dgm:dir/>
          <dgm:resizeHandles val="exact"/>
        </dgm:presLayoutVars>
      </dgm:prSet>
      <dgm:spPr/>
    </dgm:pt>
    <dgm:pt modelId="{DF542DEE-1877-49EA-9E4C-50D961A8290E}" type="pres">
      <dgm:prSet presAssocID="{B092D10B-FEDB-434F-8B9E-FF698CD3A448}" presName="arrow" presStyleLbl="bgShp" presStyleIdx="0" presStyleCnt="1"/>
      <dgm:spPr/>
    </dgm:pt>
    <dgm:pt modelId="{6BA59C01-0C11-40B1-B517-FDB0944A1BE0}" type="pres">
      <dgm:prSet presAssocID="{B092D10B-FEDB-434F-8B9E-FF698CD3A448}" presName="arrowDiagram3" presStyleCnt="0"/>
      <dgm:spPr/>
    </dgm:pt>
    <dgm:pt modelId="{DA1B9517-A723-4625-9F66-68A6B80247EC}" type="pres">
      <dgm:prSet presAssocID="{266CEAF6-03DD-4E3C-86C1-656EAABF246B}" presName="bullet3a" presStyleLbl="node1" presStyleIdx="0" presStyleCnt="3"/>
      <dgm:spPr/>
    </dgm:pt>
    <dgm:pt modelId="{8A693B3A-9DE7-44C5-AC3A-A9304EF1C209}" type="pres">
      <dgm:prSet presAssocID="{266CEAF6-03DD-4E3C-86C1-656EAABF246B}" presName="textBox3a" presStyleLbl="revTx" presStyleIdx="0" presStyleCnt="3">
        <dgm:presLayoutVars>
          <dgm:bulletEnabled val="1"/>
        </dgm:presLayoutVars>
      </dgm:prSet>
      <dgm:spPr/>
    </dgm:pt>
    <dgm:pt modelId="{1CCBF8D1-4D28-48DA-8A1D-219329468E68}" type="pres">
      <dgm:prSet presAssocID="{795EEB39-F441-46AE-AF0C-C3BCB959E00F}" presName="bullet3b" presStyleLbl="node1" presStyleIdx="1" presStyleCnt="3"/>
      <dgm:spPr/>
    </dgm:pt>
    <dgm:pt modelId="{A2582E66-F074-4DB7-AD5C-86387F672D2C}" type="pres">
      <dgm:prSet presAssocID="{795EEB39-F441-46AE-AF0C-C3BCB959E00F}" presName="textBox3b" presStyleLbl="revTx" presStyleIdx="1" presStyleCnt="3">
        <dgm:presLayoutVars>
          <dgm:bulletEnabled val="1"/>
        </dgm:presLayoutVars>
      </dgm:prSet>
      <dgm:spPr/>
    </dgm:pt>
    <dgm:pt modelId="{7A3618D2-49E6-44BD-AB89-881EC35C08E2}" type="pres">
      <dgm:prSet presAssocID="{D997A959-FEC6-4F91-8555-E04EDC2C3816}" presName="bullet3c" presStyleLbl="node1" presStyleIdx="2" presStyleCnt="3"/>
      <dgm:spPr/>
    </dgm:pt>
    <dgm:pt modelId="{CEB60912-238F-4B35-9127-E64C65C0B049}" type="pres">
      <dgm:prSet presAssocID="{D997A959-FEC6-4F91-8555-E04EDC2C3816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1AD03E08-0878-4EF9-AE44-B89037746F13}" srcId="{B092D10B-FEDB-434F-8B9E-FF698CD3A448}" destId="{D997A959-FEC6-4F91-8555-E04EDC2C3816}" srcOrd="2" destOrd="0" parTransId="{F902BBEE-C15F-45DA-91C0-26EC370FAFFD}" sibTransId="{15DA0704-B042-471E-A244-5FFB00A33F96}"/>
    <dgm:cxn modelId="{624E4B3D-56C1-4FA3-9E66-CB444E12649F}" type="presOf" srcId="{D997A959-FEC6-4F91-8555-E04EDC2C3816}" destId="{CEB60912-238F-4B35-9127-E64C65C0B049}" srcOrd="0" destOrd="0" presId="urn:microsoft.com/office/officeart/2005/8/layout/arrow2#1"/>
    <dgm:cxn modelId="{C5922164-0909-4BBF-BF76-E5B55A91E64B}" type="presOf" srcId="{B092D10B-FEDB-434F-8B9E-FF698CD3A448}" destId="{7561D3A3-211A-48A6-BDCA-174BB16F4CAF}" srcOrd="0" destOrd="0" presId="urn:microsoft.com/office/officeart/2005/8/layout/arrow2#1"/>
    <dgm:cxn modelId="{543454A6-535B-47EE-8BB1-DEEFA99AA8DA}" srcId="{B092D10B-FEDB-434F-8B9E-FF698CD3A448}" destId="{795EEB39-F441-46AE-AF0C-C3BCB959E00F}" srcOrd="1" destOrd="0" parTransId="{F170C7AB-A0DD-49F3-B57B-50C62E416E43}" sibTransId="{A838C720-51CB-4FBD-96C3-210B4BB51315}"/>
    <dgm:cxn modelId="{AB20DDB7-BADF-4331-97FC-8C3995A1DB7D}" srcId="{B092D10B-FEDB-434F-8B9E-FF698CD3A448}" destId="{266CEAF6-03DD-4E3C-86C1-656EAABF246B}" srcOrd="0" destOrd="0" parTransId="{E7B5E69D-8C31-4856-BFF7-7618758DE463}" sibTransId="{1C2776F5-01B7-4D77-8561-2C5C9A4F85F0}"/>
    <dgm:cxn modelId="{B64CAAC6-B363-4BCF-AAB3-124D5FD73754}" type="presOf" srcId="{795EEB39-F441-46AE-AF0C-C3BCB959E00F}" destId="{A2582E66-F074-4DB7-AD5C-86387F672D2C}" srcOrd="0" destOrd="0" presId="urn:microsoft.com/office/officeart/2005/8/layout/arrow2#1"/>
    <dgm:cxn modelId="{0D09ACE3-130F-4B25-95D2-2BF228088EC5}" type="presOf" srcId="{266CEAF6-03DD-4E3C-86C1-656EAABF246B}" destId="{8A693B3A-9DE7-44C5-AC3A-A9304EF1C209}" srcOrd="0" destOrd="0" presId="urn:microsoft.com/office/officeart/2005/8/layout/arrow2#1"/>
    <dgm:cxn modelId="{7AB831F4-B652-421E-93B2-EC3E7F2BD489}" type="presParOf" srcId="{7561D3A3-211A-48A6-BDCA-174BB16F4CAF}" destId="{DF542DEE-1877-49EA-9E4C-50D961A8290E}" srcOrd="0" destOrd="0" presId="urn:microsoft.com/office/officeart/2005/8/layout/arrow2#1"/>
    <dgm:cxn modelId="{5B3966DE-23B6-4A38-B4DB-97B70CEEC170}" type="presParOf" srcId="{7561D3A3-211A-48A6-BDCA-174BB16F4CAF}" destId="{6BA59C01-0C11-40B1-B517-FDB0944A1BE0}" srcOrd="1" destOrd="0" presId="urn:microsoft.com/office/officeart/2005/8/layout/arrow2#1"/>
    <dgm:cxn modelId="{B9157A62-1635-478D-8B06-CF22580DC5EE}" type="presParOf" srcId="{6BA59C01-0C11-40B1-B517-FDB0944A1BE0}" destId="{DA1B9517-A723-4625-9F66-68A6B80247EC}" srcOrd="0" destOrd="0" presId="urn:microsoft.com/office/officeart/2005/8/layout/arrow2#1"/>
    <dgm:cxn modelId="{B3AA98D2-3A44-434A-9C1E-8612243F780E}" type="presParOf" srcId="{6BA59C01-0C11-40B1-B517-FDB0944A1BE0}" destId="{8A693B3A-9DE7-44C5-AC3A-A9304EF1C209}" srcOrd="1" destOrd="0" presId="urn:microsoft.com/office/officeart/2005/8/layout/arrow2#1"/>
    <dgm:cxn modelId="{2C210799-6F1B-4231-A784-9D3094861AA1}" type="presParOf" srcId="{6BA59C01-0C11-40B1-B517-FDB0944A1BE0}" destId="{1CCBF8D1-4D28-48DA-8A1D-219329468E68}" srcOrd="2" destOrd="0" presId="urn:microsoft.com/office/officeart/2005/8/layout/arrow2#1"/>
    <dgm:cxn modelId="{DFF2D9A6-0B29-41E1-AE7B-647A54EA03D9}" type="presParOf" srcId="{6BA59C01-0C11-40B1-B517-FDB0944A1BE0}" destId="{A2582E66-F074-4DB7-AD5C-86387F672D2C}" srcOrd="3" destOrd="0" presId="urn:microsoft.com/office/officeart/2005/8/layout/arrow2#1"/>
    <dgm:cxn modelId="{1E54A91D-28EE-42DB-8298-E054665F1499}" type="presParOf" srcId="{6BA59C01-0C11-40B1-B517-FDB0944A1BE0}" destId="{7A3618D2-49E6-44BD-AB89-881EC35C08E2}" srcOrd="4" destOrd="0" presId="urn:microsoft.com/office/officeart/2005/8/layout/arrow2#1"/>
    <dgm:cxn modelId="{D2A5E439-9806-4D7F-88D3-48CF13C5401E}" type="presParOf" srcId="{6BA59C01-0C11-40B1-B517-FDB0944A1BE0}" destId="{CEB60912-238F-4B35-9127-E64C65C0B049}" srcOrd="5" destOrd="0" presId="urn:microsoft.com/office/officeart/2005/8/layout/arrow2#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44E5C77-3DAF-48F3-BE67-0F1B90B50A24}" type="doc">
      <dgm:prSet loTypeId="urn:microsoft.com/office/officeart/2008/layout/VerticalCurvedList#1" loCatId="list" qsTypeId="urn:microsoft.com/office/officeart/2005/8/quickstyle/simple2#3" qsCatId="simple" csTypeId="urn:microsoft.com/office/officeart/2005/8/colors/colorful3#3" csCatId="colorful" phldr="1"/>
      <dgm:spPr/>
      <dgm:t>
        <a:bodyPr/>
        <a:lstStyle/>
        <a:p>
          <a:endParaRPr lang="zh-CN" altLang="en-US"/>
        </a:p>
      </dgm:t>
    </dgm:pt>
    <dgm:pt modelId="{C9D6050E-F568-4FB7-93E4-20179444D583}">
      <dgm:prSet phldrT="[文本]" custT="1"/>
      <dgm:spPr/>
      <dgm:t>
        <a:bodyPr/>
        <a:lstStyle/>
        <a:p>
          <a:r>
            <a:rPr lang="zh-CN" altLang="en-US" sz="3600" dirty="0"/>
            <a:t>什么是转录组学？</a:t>
          </a:r>
        </a:p>
      </dgm:t>
    </dgm:pt>
    <dgm:pt modelId="{5D54E93D-36D3-423A-80CC-3D7D965461EC}" cxnId="{17C7C59A-9805-4EA6-BF02-FB9ABC017A1E}" type="parTrans">
      <dgm:prSet/>
      <dgm:spPr/>
      <dgm:t>
        <a:bodyPr/>
        <a:lstStyle/>
        <a:p>
          <a:endParaRPr lang="zh-CN" altLang="en-US" sz="1600"/>
        </a:p>
      </dgm:t>
    </dgm:pt>
    <dgm:pt modelId="{D4DCC4E5-C88C-4EF0-A6C6-5B4C0449886A}" cxnId="{17C7C59A-9805-4EA6-BF02-FB9ABC017A1E}" type="sibTrans">
      <dgm:prSet/>
      <dgm:spPr/>
      <dgm:t>
        <a:bodyPr/>
        <a:lstStyle/>
        <a:p>
          <a:endParaRPr lang="zh-CN" altLang="en-US" sz="1600"/>
        </a:p>
      </dgm:t>
    </dgm:pt>
    <dgm:pt modelId="{5B5F9A9D-9D27-4FA4-8A4D-65849B621F6E}">
      <dgm:prSet phldrT="[文本]" custT="1"/>
      <dgm:spPr/>
      <dgm:t>
        <a:bodyPr/>
        <a:lstStyle/>
        <a:p>
          <a:r>
            <a:rPr lang="en-US" altLang="zh-CN" sz="3600" dirty="0"/>
            <a:t>RNA-</a:t>
          </a:r>
          <a:r>
            <a:rPr lang="en-US" altLang="zh-CN" sz="3600" dirty="0" err="1"/>
            <a:t>seq</a:t>
          </a:r>
          <a:r>
            <a:rPr lang="zh-CN" altLang="en-US" sz="3600" dirty="0"/>
            <a:t>的研究内容？</a:t>
          </a:r>
        </a:p>
      </dgm:t>
    </dgm:pt>
    <dgm:pt modelId="{556CBA89-C22A-443C-8169-BF2D8057F4C3}" cxnId="{23114122-39F4-4F2F-A06F-2FBF17ECFF69}" type="parTrans">
      <dgm:prSet/>
      <dgm:spPr/>
      <dgm:t>
        <a:bodyPr/>
        <a:lstStyle/>
        <a:p>
          <a:endParaRPr lang="zh-CN" altLang="en-US" sz="1600"/>
        </a:p>
      </dgm:t>
    </dgm:pt>
    <dgm:pt modelId="{A7745947-9779-483C-820A-F3AA7133889C}" cxnId="{23114122-39F4-4F2F-A06F-2FBF17ECFF69}" type="sibTrans">
      <dgm:prSet/>
      <dgm:spPr/>
      <dgm:t>
        <a:bodyPr/>
        <a:lstStyle/>
        <a:p>
          <a:endParaRPr lang="zh-CN" altLang="en-US" sz="1600"/>
        </a:p>
      </dgm:t>
    </dgm:pt>
    <dgm:pt modelId="{420C198A-C512-4CEC-9E41-28E4E4077E1C}">
      <dgm:prSet phldrT="[文本]" custT="1"/>
      <dgm:spPr/>
      <dgm:t>
        <a:bodyPr/>
        <a:lstStyle/>
        <a:p>
          <a:r>
            <a:rPr lang="zh-CN" altLang="en-US" sz="3600" dirty="0"/>
            <a:t>如何分析</a:t>
          </a:r>
          <a:r>
            <a:rPr lang="en-US" altLang="zh-CN" sz="3600" dirty="0"/>
            <a:t>RNA-</a:t>
          </a:r>
          <a:r>
            <a:rPr lang="en-US" altLang="zh-CN" sz="3600" dirty="0" err="1"/>
            <a:t>seq</a:t>
          </a:r>
          <a:r>
            <a:rPr lang="zh-CN" altLang="en-US" sz="3600" dirty="0"/>
            <a:t>数据？</a:t>
          </a:r>
        </a:p>
      </dgm:t>
    </dgm:pt>
    <dgm:pt modelId="{4FC5E842-DDEE-4A30-92D1-1791531C4A3A}" cxnId="{7712AA4B-FF09-41A1-9B96-FD3830AFDA82}" type="parTrans">
      <dgm:prSet/>
      <dgm:spPr/>
      <dgm:t>
        <a:bodyPr/>
        <a:lstStyle/>
        <a:p>
          <a:endParaRPr lang="zh-CN" altLang="en-US" sz="1600"/>
        </a:p>
      </dgm:t>
    </dgm:pt>
    <dgm:pt modelId="{59A0E3AF-E349-4D2A-9856-215FF16857EC}" cxnId="{7712AA4B-FF09-41A1-9B96-FD3830AFDA82}" type="sibTrans">
      <dgm:prSet/>
      <dgm:spPr/>
      <dgm:t>
        <a:bodyPr/>
        <a:lstStyle/>
        <a:p>
          <a:endParaRPr lang="zh-CN" altLang="en-US" sz="1600"/>
        </a:p>
      </dgm:t>
    </dgm:pt>
    <dgm:pt modelId="{AF1632F1-BDAE-4DD2-A08C-CE4CB3379DE1}" type="pres">
      <dgm:prSet presAssocID="{844E5C77-3DAF-48F3-BE67-0F1B90B50A24}" presName="Name0" presStyleCnt="0">
        <dgm:presLayoutVars>
          <dgm:chMax val="7"/>
          <dgm:chPref val="7"/>
          <dgm:dir/>
        </dgm:presLayoutVars>
      </dgm:prSet>
      <dgm:spPr/>
    </dgm:pt>
    <dgm:pt modelId="{0CF2B52E-FF1A-4127-B599-2881C2D13D33}" type="pres">
      <dgm:prSet presAssocID="{844E5C77-3DAF-48F3-BE67-0F1B90B50A24}" presName="Name1" presStyleCnt="0"/>
      <dgm:spPr/>
    </dgm:pt>
    <dgm:pt modelId="{A9869192-B823-45E3-9E5B-E66660D0E84F}" type="pres">
      <dgm:prSet presAssocID="{844E5C77-3DAF-48F3-BE67-0F1B90B50A24}" presName="cycle" presStyleCnt="0"/>
      <dgm:spPr/>
    </dgm:pt>
    <dgm:pt modelId="{1C01F18B-42F6-478C-B120-AF2E86EB896B}" type="pres">
      <dgm:prSet presAssocID="{844E5C77-3DAF-48F3-BE67-0F1B90B50A24}" presName="srcNode" presStyleLbl="node1" presStyleIdx="0" presStyleCnt="3"/>
      <dgm:spPr/>
    </dgm:pt>
    <dgm:pt modelId="{7CB22113-8E4C-4EB4-9B7A-FE2768A23FB1}" type="pres">
      <dgm:prSet presAssocID="{844E5C77-3DAF-48F3-BE67-0F1B90B50A24}" presName="conn" presStyleLbl="parChTrans1D2" presStyleIdx="0" presStyleCnt="1"/>
      <dgm:spPr/>
    </dgm:pt>
    <dgm:pt modelId="{7CCA72CC-A671-4C43-B013-398D5AF07DDF}" type="pres">
      <dgm:prSet presAssocID="{844E5C77-3DAF-48F3-BE67-0F1B90B50A24}" presName="extraNode" presStyleLbl="node1" presStyleIdx="0" presStyleCnt="3"/>
      <dgm:spPr/>
    </dgm:pt>
    <dgm:pt modelId="{F371C46D-CEC0-4128-8C1C-E72F5B906821}" type="pres">
      <dgm:prSet presAssocID="{844E5C77-3DAF-48F3-BE67-0F1B90B50A24}" presName="dstNode" presStyleLbl="node1" presStyleIdx="0" presStyleCnt="3"/>
      <dgm:spPr/>
    </dgm:pt>
    <dgm:pt modelId="{8925167B-EE9E-4AC7-8E0E-BF85AEBB2FEF}" type="pres">
      <dgm:prSet presAssocID="{C9D6050E-F568-4FB7-93E4-20179444D583}" presName="text_1" presStyleLbl="node1" presStyleIdx="0" presStyleCnt="3">
        <dgm:presLayoutVars>
          <dgm:bulletEnabled val="1"/>
        </dgm:presLayoutVars>
      </dgm:prSet>
      <dgm:spPr/>
    </dgm:pt>
    <dgm:pt modelId="{85D99911-C051-4B03-AE4B-5129AFD675D9}" type="pres">
      <dgm:prSet presAssocID="{C9D6050E-F568-4FB7-93E4-20179444D583}" presName="accent_1" presStyleCnt="0"/>
      <dgm:spPr/>
    </dgm:pt>
    <dgm:pt modelId="{F1EF6703-DCB9-453C-BF8E-8D0C20126584}" type="pres">
      <dgm:prSet presAssocID="{C9D6050E-F568-4FB7-93E4-20179444D583}" presName="accentRepeatNode" presStyleLbl="solidFgAcc1" presStyleIdx="0" presStyleCnt="3"/>
      <dgm:spPr/>
    </dgm:pt>
    <dgm:pt modelId="{C2122826-6B9C-4B45-82FC-AFD191A5AACF}" type="pres">
      <dgm:prSet presAssocID="{5B5F9A9D-9D27-4FA4-8A4D-65849B621F6E}" presName="text_2" presStyleLbl="node1" presStyleIdx="1" presStyleCnt="3">
        <dgm:presLayoutVars>
          <dgm:bulletEnabled val="1"/>
        </dgm:presLayoutVars>
      </dgm:prSet>
      <dgm:spPr/>
    </dgm:pt>
    <dgm:pt modelId="{E7E103EC-4500-4E51-BC44-89464C1CE60E}" type="pres">
      <dgm:prSet presAssocID="{5B5F9A9D-9D27-4FA4-8A4D-65849B621F6E}" presName="accent_2" presStyleCnt="0"/>
      <dgm:spPr/>
    </dgm:pt>
    <dgm:pt modelId="{DC47B2A5-1FB4-440C-B8E9-C03C9068E1BF}" type="pres">
      <dgm:prSet presAssocID="{5B5F9A9D-9D27-4FA4-8A4D-65849B621F6E}" presName="accentRepeatNode" presStyleLbl="solidFgAcc1" presStyleIdx="1" presStyleCnt="3"/>
      <dgm:spPr/>
    </dgm:pt>
    <dgm:pt modelId="{4895FE7A-F415-436B-A029-3EE2C275D184}" type="pres">
      <dgm:prSet presAssocID="{420C198A-C512-4CEC-9E41-28E4E4077E1C}" presName="text_3" presStyleLbl="node1" presStyleIdx="2" presStyleCnt="3">
        <dgm:presLayoutVars>
          <dgm:bulletEnabled val="1"/>
        </dgm:presLayoutVars>
      </dgm:prSet>
      <dgm:spPr/>
    </dgm:pt>
    <dgm:pt modelId="{491CB2C9-FDBA-45A4-BA0D-C0EB1B9482E8}" type="pres">
      <dgm:prSet presAssocID="{420C198A-C512-4CEC-9E41-28E4E4077E1C}" presName="accent_3" presStyleCnt="0"/>
      <dgm:spPr/>
    </dgm:pt>
    <dgm:pt modelId="{D92CA4DE-5D4A-457C-AF4F-E213CC68CF5C}" type="pres">
      <dgm:prSet presAssocID="{420C198A-C512-4CEC-9E41-28E4E4077E1C}" presName="accentRepeatNode" presStyleLbl="solidFgAcc1" presStyleIdx="2" presStyleCnt="3"/>
      <dgm:spPr/>
    </dgm:pt>
  </dgm:ptLst>
  <dgm:cxnLst>
    <dgm:cxn modelId="{42560702-B46E-431F-8629-9AE1A81F3436}" type="presOf" srcId="{C9D6050E-F568-4FB7-93E4-20179444D583}" destId="{8925167B-EE9E-4AC7-8E0E-BF85AEBB2FEF}" srcOrd="0" destOrd="0" presId="urn:microsoft.com/office/officeart/2008/layout/VerticalCurvedList#1"/>
    <dgm:cxn modelId="{321D2D17-0411-4B9B-A06A-9CD4A260E07A}" type="presOf" srcId="{420C198A-C512-4CEC-9E41-28E4E4077E1C}" destId="{4895FE7A-F415-436B-A029-3EE2C275D184}" srcOrd="0" destOrd="0" presId="urn:microsoft.com/office/officeart/2008/layout/VerticalCurvedList#1"/>
    <dgm:cxn modelId="{23114122-39F4-4F2F-A06F-2FBF17ECFF69}" srcId="{844E5C77-3DAF-48F3-BE67-0F1B90B50A24}" destId="{5B5F9A9D-9D27-4FA4-8A4D-65849B621F6E}" srcOrd="1" destOrd="0" parTransId="{556CBA89-C22A-443C-8169-BF2D8057F4C3}" sibTransId="{A7745947-9779-483C-820A-F3AA7133889C}"/>
    <dgm:cxn modelId="{6346864A-8CAB-40B3-9D2A-0E5C4F9D9B5E}" type="presOf" srcId="{5B5F9A9D-9D27-4FA4-8A4D-65849B621F6E}" destId="{C2122826-6B9C-4B45-82FC-AFD191A5AACF}" srcOrd="0" destOrd="0" presId="urn:microsoft.com/office/officeart/2008/layout/VerticalCurvedList#1"/>
    <dgm:cxn modelId="{7712AA4B-FF09-41A1-9B96-FD3830AFDA82}" srcId="{844E5C77-3DAF-48F3-BE67-0F1B90B50A24}" destId="{420C198A-C512-4CEC-9E41-28E4E4077E1C}" srcOrd="2" destOrd="0" parTransId="{4FC5E842-DDEE-4A30-92D1-1791531C4A3A}" sibTransId="{59A0E3AF-E349-4D2A-9856-215FF16857EC}"/>
    <dgm:cxn modelId="{17C7C59A-9805-4EA6-BF02-FB9ABC017A1E}" srcId="{844E5C77-3DAF-48F3-BE67-0F1B90B50A24}" destId="{C9D6050E-F568-4FB7-93E4-20179444D583}" srcOrd="0" destOrd="0" parTransId="{5D54E93D-36D3-423A-80CC-3D7D965461EC}" sibTransId="{D4DCC4E5-C88C-4EF0-A6C6-5B4C0449886A}"/>
    <dgm:cxn modelId="{1C4713E6-1117-4C32-A097-57F296A70970}" type="presOf" srcId="{D4DCC4E5-C88C-4EF0-A6C6-5B4C0449886A}" destId="{7CB22113-8E4C-4EB4-9B7A-FE2768A23FB1}" srcOrd="0" destOrd="0" presId="urn:microsoft.com/office/officeart/2008/layout/VerticalCurvedList#1"/>
    <dgm:cxn modelId="{25C214F9-40A9-47FC-85BB-DAF4904CEC89}" type="presOf" srcId="{844E5C77-3DAF-48F3-BE67-0F1B90B50A24}" destId="{AF1632F1-BDAE-4DD2-A08C-CE4CB3379DE1}" srcOrd="0" destOrd="0" presId="urn:microsoft.com/office/officeart/2008/layout/VerticalCurvedList#1"/>
    <dgm:cxn modelId="{E50015F6-CC5D-48BD-8037-0F2B90A70536}" type="presParOf" srcId="{AF1632F1-BDAE-4DD2-A08C-CE4CB3379DE1}" destId="{0CF2B52E-FF1A-4127-B599-2881C2D13D33}" srcOrd="0" destOrd="0" presId="urn:microsoft.com/office/officeart/2008/layout/VerticalCurvedList#1"/>
    <dgm:cxn modelId="{7B478D8B-1DE5-434E-B571-845D6DBBFEFA}" type="presParOf" srcId="{0CF2B52E-FF1A-4127-B599-2881C2D13D33}" destId="{A9869192-B823-45E3-9E5B-E66660D0E84F}" srcOrd="0" destOrd="0" presId="urn:microsoft.com/office/officeart/2008/layout/VerticalCurvedList#1"/>
    <dgm:cxn modelId="{053E9F2A-BC88-41FB-9791-8BA0BE8F8A8D}" type="presParOf" srcId="{A9869192-B823-45E3-9E5B-E66660D0E84F}" destId="{1C01F18B-42F6-478C-B120-AF2E86EB896B}" srcOrd="0" destOrd="0" presId="urn:microsoft.com/office/officeart/2008/layout/VerticalCurvedList#1"/>
    <dgm:cxn modelId="{73568AAF-439E-41F7-866C-BE038A7077EA}" type="presParOf" srcId="{A9869192-B823-45E3-9E5B-E66660D0E84F}" destId="{7CB22113-8E4C-4EB4-9B7A-FE2768A23FB1}" srcOrd="1" destOrd="0" presId="urn:microsoft.com/office/officeart/2008/layout/VerticalCurvedList#1"/>
    <dgm:cxn modelId="{1DCBB9B4-EFA6-4E91-849B-C0058F1D6975}" type="presParOf" srcId="{A9869192-B823-45E3-9E5B-E66660D0E84F}" destId="{7CCA72CC-A671-4C43-B013-398D5AF07DDF}" srcOrd="2" destOrd="0" presId="urn:microsoft.com/office/officeart/2008/layout/VerticalCurvedList#1"/>
    <dgm:cxn modelId="{A9560DA1-DE72-4149-8F46-C715C2120639}" type="presParOf" srcId="{A9869192-B823-45E3-9E5B-E66660D0E84F}" destId="{F371C46D-CEC0-4128-8C1C-E72F5B906821}" srcOrd="3" destOrd="0" presId="urn:microsoft.com/office/officeart/2008/layout/VerticalCurvedList#1"/>
    <dgm:cxn modelId="{194D65BE-FB5A-49E8-B4C7-76C4D973373F}" type="presParOf" srcId="{0CF2B52E-FF1A-4127-B599-2881C2D13D33}" destId="{8925167B-EE9E-4AC7-8E0E-BF85AEBB2FEF}" srcOrd="1" destOrd="0" presId="urn:microsoft.com/office/officeart/2008/layout/VerticalCurvedList#1"/>
    <dgm:cxn modelId="{E713A48A-68DA-4CFC-A24F-ADCFAE59D693}" type="presParOf" srcId="{0CF2B52E-FF1A-4127-B599-2881C2D13D33}" destId="{85D99911-C051-4B03-AE4B-5129AFD675D9}" srcOrd="2" destOrd="0" presId="urn:microsoft.com/office/officeart/2008/layout/VerticalCurvedList#1"/>
    <dgm:cxn modelId="{7E60AB4B-8754-4D9D-BECE-6D8B4F628781}" type="presParOf" srcId="{85D99911-C051-4B03-AE4B-5129AFD675D9}" destId="{F1EF6703-DCB9-453C-BF8E-8D0C20126584}" srcOrd="0" destOrd="0" presId="urn:microsoft.com/office/officeart/2008/layout/VerticalCurvedList#1"/>
    <dgm:cxn modelId="{F15B114F-D4D0-4A33-866A-77CD32F853D7}" type="presParOf" srcId="{0CF2B52E-FF1A-4127-B599-2881C2D13D33}" destId="{C2122826-6B9C-4B45-82FC-AFD191A5AACF}" srcOrd="3" destOrd="0" presId="urn:microsoft.com/office/officeart/2008/layout/VerticalCurvedList#1"/>
    <dgm:cxn modelId="{D6C507E0-AC8B-4006-A5DF-3535F68C06C4}" type="presParOf" srcId="{0CF2B52E-FF1A-4127-B599-2881C2D13D33}" destId="{E7E103EC-4500-4E51-BC44-89464C1CE60E}" srcOrd="4" destOrd="0" presId="urn:microsoft.com/office/officeart/2008/layout/VerticalCurvedList#1"/>
    <dgm:cxn modelId="{7433F0CF-4DD1-425F-A147-0CF2E69CA33E}" type="presParOf" srcId="{E7E103EC-4500-4E51-BC44-89464C1CE60E}" destId="{DC47B2A5-1FB4-440C-B8E9-C03C9068E1BF}" srcOrd="0" destOrd="0" presId="urn:microsoft.com/office/officeart/2008/layout/VerticalCurvedList#1"/>
    <dgm:cxn modelId="{C95154FC-B491-4674-AA4E-C3F6DB4A3E99}" type="presParOf" srcId="{0CF2B52E-FF1A-4127-B599-2881C2D13D33}" destId="{4895FE7A-F415-436B-A029-3EE2C275D184}" srcOrd="5" destOrd="0" presId="urn:microsoft.com/office/officeart/2008/layout/VerticalCurvedList#1"/>
    <dgm:cxn modelId="{66FDCD04-70FB-46EE-9812-3A181E8F9E43}" type="presParOf" srcId="{0CF2B52E-FF1A-4127-B599-2881C2D13D33}" destId="{491CB2C9-FDBA-45A4-BA0D-C0EB1B9482E8}" srcOrd="6" destOrd="0" presId="urn:microsoft.com/office/officeart/2008/layout/VerticalCurvedList#1"/>
    <dgm:cxn modelId="{8F1FB156-1928-4930-AF43-19DEEC438B93}" type="presParOf" srcId="{491CB2C9-FDBA-45A4-BA0D-C0EB1B9482E8}" destId="{D92CA4DE-5D4A-457C-AF4F-E213CC68CF5C}" srcOrd="0" destOrd="0" presId="urn:microsoft.com/office/officeart/2008/layout/VerticalCurved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9847" cy="3389030"/>
        <a:chOff x="0" y="0"/>
        <a:chExt cx="8129847" cy="3389030"/>
      </a:xfrm>
    </dsp:grpSpPr>
    <dsp:sp modelId="{8631581B-27E4-4250-A98E-79E580AADD65}">
      <dsp:nvSpPr>
        <dsp:cNvPr id="3" name="圆角矩形 2"/>
        <dsp:cNvSpPr/>
      </dsp:nvSpPr>
      <dsp:spPr bwMode="white">
        <a:xfrm>
          <a:off x="0" y="811338"/>
          <a:ext cx="1103971" cy="1103971"/>
        </a:xfrm>
        <a:prstGeom prst="roundRect">
          <a:avLst>
            <a:gd name="adj" fmla="val 10000"/>
          </a:avLst>
        </a:prstGeom>
        <a:blipFill dpi="0"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sp:spPr>
      <dsp:style>
        <a:lnRef idx="1">
          <a:schemeClr val="lt1"/>
        </a:lnRef>
        <a:fillRef idx="1">
          <a:schemeClr val="accent3">
            <a:tint val="50000"/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/>
      </dsp:style>
      <dsp:txXfrm>
        <a:off x="0" y="811338"/>
        <a:ext cx="1103971" cy="1103971"/>
      </dsp:txXfrm>
    </dsp:sp>
    <dsp:sp modelId="{499B8F68-4B3C-4B89-96EB-38A79C696137}">
      <dsp:nvSpPr>
        <dsp:cNvPr id="4" name="圆角矩形 3"/>
        <dsp:cNvSpPr/>
      </dsp:nvSpPr>
      <dsp:spPr bwMode="white">
        <a:xfrm>
          <a:off x="179716" y="1473721"/>
          <a:ext cx="1103971" cy="1103971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45719" tIns="45719" rIns="45719" bIns="4571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dirty="0">
              <a:latin typeface="Arial" panose="020B0604020202090204" pitchFamily="34" charset="0"/>
              <a:cs typeface="Arial" panose="020B0604020202090204" pitchFamily="34" charset="0"/>
            </a:rPr>
            <a:t>Experiment-based</a:t>
          </a:r>
          <a:endParaRPr lang="zh-CN" altLang="en-US" sz="1200" dirty="0">
            <a:latin typeface="Arial" panose="020B0604020202090204" pitchFamily="34" charset="0"/>
            <a:cs typeface="Arial" panose="020B0604020202090204" pitchFamily="34" charset="0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200" dirty="0">
              <a:latin typeface="Arial" panose="020B0604020202090204" pitchFamily="34" charset="0"/>
              <a:cs typeface="Arial" panose="020B0604020202090204" pitchFamily="34" charset="0"/>
            </a:rPr>
            <a:t>Northern blot</a:t>
          </a:r>
          <a:endParaRPr lang="zh-CN" altLang="en-US" sz="1200" dirty="0">
            <a:latin typeface="Arial" panose="020B0604020202090204" pitchFamily="34" charset="0"/>
            <a:cs typeface="Arial" panose="020B0604020202090204" pitchFamily="34" charset="0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zh-CN" sz="1300">
              <a:latin typeface="Arial" panose="020B0604020202090204" pitchFamily="34" charset="0"/>
              <a:cs typeface="Arial" panose="020B0604020202090204" pitchFamily="34" charset="0"/>
            </a:rPr>
            <a:t>RT-PCR</a:t>
          </a:r>
          <a:endParaRPr lang="zh-CN" altLang="en-US" sz="1300" dirty="0">
            <a:latin typeface="Arial" panose="020B0604020202090204" pitchFamily="34" charset="0"/>
            <a:cs typeface="Arial" panose="020B0604020202090204" pitchFamily="34" charset="0"/>
          </a:endParaRPr>
        </a:p>
      </dsp:txBody>
      <dsp:txXfrm>
        <a:off x="179716" y="1473721"/>
        <a:ext cx="1103971" cy="1103971"/>
      </dsp:txXfrm>
    </dsp:sp>
    <dsp:sp modelId="{2554432B-9087-4E40-8E45-0F43B677D5D9}">
      <dsp:nvSpPr>
        <dsp:cNvPr id="5" name="右箭头 4"/>
        <dsp:cNvSpPr/>
      </dsp:nvSpPr>
      <dsp:spPr bwMode="white">
        <a:xfrm>
          <a:off x="1301431" y="1230689"/>
          <a:ext cx="212649" cy="26526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/>
        </a:lnRef>
        <a:fillRef idx="2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0" tIns="0" rIns="0" bIns="0" anchor="ctr"/>
        <a:lstStyle>
          <a:lvl1pPr algn="ctr">
            <a:defRPr sz="10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301431" y="1230689"/>
        <a:ext cx="212649" cy="265269"/>
      </dsp:txXfrm>
    </dsp:sp>
    <dsp:sp modelId="{C112A059-8436-41AF-BED4-321C6D0B9245}">
      <dsp:nvSpPr>
        <dsp:cNvPr id="6" name="圆角矩形 5"/>
        <dsp:cNvSpPr/>
      </dsp:nvSpPr>
      <dsp:spPr bwMode="white">
        <a:xfrm>
          <a:off x="1711540" y="811338"/>
          <a:ext cx="1103971" cy="1103971"/>
        </a:xfrm>
        <a:prstGeom prst="roundRect">
          <a:avLst>
            <a:gd name="adj" fmla="val 10000"/>
          </a:avLst>
        </a:prstGeom>
        <a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sp:spPr>
      <dsp:style>
        <a:lnRef idx="1">
          <a:schemeClr val="lt1"/>
        </a:lnRef>
        <a:fillRef idx="1">
          <a:schemeClr val="accent3">
            <a:tint val="50000"/>
            <a:hueOff val="2805000"/>
            <a:satOff val="-3626"/>
            <a:lumOff val="2647"/>
            <a:alpha val="100000"/>
          </a:schemeClr>
        </a:fillRef>
        <a:effectRef idx="1">
          <a:scrgbClr r="0" g="0" b="0"/>
        </a:effectRef>
        <a:fontRef idx="minor"/>
      </dsp:style>
      <dsp:txXfrm>
        <a:off x="1711540" y="811338"/>
        <a:ext cx="1103971" cy="1103971"/>
      </dsp:txXfrm>
    </dsp:sp>
    <dsp:sp modelId="{25240A56-905E-406C-B741-6E698C530233}">
      <dsp:nvSpPr>
        <dsp:cNvPr id="7" name="圆角矩形 6"/>
        <dsp:cNvSpPr/>
      </dsp:nvSpPr>
      <dsp:spPr bwMode="white">
        <a:xfrm>
          <a:off x="1891256" y="1473721"/>
          <a:ext cx="1103971" cy="1103971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2820000"/>
            <a:satOff val="-4215"/>
            <a:lumOff val="-685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45719" tIns="45719" rIns="45719" bIns="4571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200" dirty="0">
              <a:latin typeface="Arial" panose="020B0604020202090204" pitchFamily="34" charset="0"/>
              <a:cs typeface="Arial" panose="020B0604020202090204" pitchFamily="34" charset="0"/>
            </a:rPr>
            <a:t>Hybridization-based</a:t>
          </a:r>
          <a:endParaRPr lang="zh-CN" altLang="en-US" sz="1200" dirty="0">
            <a:latin typeface="Arial" panose="020B0604020202090204" pitchFamily="34" charset="0"/>
            <a:cs typeface="Arial" panose="020B0604020202090204" pitchFamily="34" charset="0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300" dirty="0">
              <a:latin typeface="Arial" panose="020B0604020202090204" pitchFamily="34" charset="0"/>
              <a:cs typeface="Arial" panose="020B0604020202090204" pitchFamily="34" charset="0"/>
            </a:rPr>
            <a:t>Microarray</a:t>
          </a:r>
          <a:endParaRPr lang="zh-CN" altLang="en-US" sz="1300" dirty="0">
            <a:latin typeface="Arial" panose="020B0604020202090204" pitchFamily="34" charset="0"/>
            <a:cs typeface="Arial" panose="020B0604020202090204" pitchFamily="34" charset="0"/>
          </a:endParaRPr>
        </a:p>
      </dsp:txBody>
      <dsp:txXfrm>
        <a:off x="1891256" y="1473721"/>
        <a:ext cx="1103971" cy="1103971"/>
      </dsp:txXfrm>
    </dsp:sp>
    <dsp:sp modelId="{E083468B-9BCE-41F0-B154-41EC1D9F1452}">
      <dsp:nvSpPr>
        <dsp:cNvPr id="8" name="右箭头 7"/>
        <dsp:cNvSpPr/>
      </dsp:nvSpPr>
      <dsp:spPr bwMode="white">
        <a:xfrm>
          <a:off x="3012971" y="1230689"/>
          <a:ext cx="212649" cy="26526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/>
        </a:lnRef>
        <a:fillRef idx="2">
          <a:schemeClr val="accent3">
            <a:hueOff val="3760000"/>
            <a:satOff val="-5620"/>
            <a:lumOff val="-914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0" tIns="0" rIns="0" bIns="0" anchor="ctr"/>
        <a:lstStyle>
          <a:lvl1pPr algn="ctr">
            <a:defRPr sz="10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3012971" y="1230689"/>
        <a:ext cx="212649" cy="265269"/>
      </dsp:txXfrm>
    </dsp:sp>
    <dsp:sp modelId="{AAD01205-5925-46BE-AFDB-2329B28C551E}">
      <dsp:nvSpPr>
        <dsp:cNvPr id="9" name="圆角矩形 8"/>
        <dsp:cNvSpPr/>
      </dsp:nvSpPr>
      <dsp:spPr bwMode="white">
        <a:xfrm>
          <a:off x="3423080" y="811338"/>
          <a:ext cx="1103971" cy="1103971"/>
        </a:xfrm>
        <a:prstGeom prst="roundRect">
          <a:avLst>
            <a:gd name="adj" fmla="val 10000"/>
          </a:avLst>
        </a:prstGeom>
        <a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sp:spPr>
      <dsp:style>
        <a:lnRef idx="1">
          <a:schemeClr val="lt1"/>
        </a:lnRef>
        <a:fillRef idx="1">
          <a:schemeClr val="accent3">
            <a:tint val="50000"/>
            <a:hueOff val="5610000"/>
            <a:satOff val="-7254"/>
            <a:lumOff val="5294"/>
            <a:alpha val="100000"/>
          </a:schemeClr>
        </a:fillRef>
        <a:effectRef idx="1">
          <a:scrgbClr r="0" g="0" b="0"/>
        </a:effectRef>
        <a:fontRef idx="minor"/>
      </dsp:style>
      <dsp:txXfrm>
        <a:off x="3423080" y="811338"/>
        <a:ext cx="1103971" cy="1103971"/>
      </dsp:txXfrm>
    </dsp:sp>
    <dsp:sp modelId="{9057A709-3C23-474F-8B49-8C5DEF5B8A87}">
      <dsp:nvSpPr>
        <dsp:cNvPr id="10" name="圆角矩形 9"/>
        <dsp:cNvSpPr/>
      </dsp:nvSpPr>
      <dsp:spPr bwMode="white">
        <a:xfrm>
          <a:off x="3602796" y="1473721"/>
          <a:ext cx="1103971" cy="1103971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5640000"/>
            <a:satOff val="-8430"/>
            <a:lumOff val="-1372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45719" tIns="45719" rIns="45719" bIns="4571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200" dirty="0">
              <a:latin typeface="Arial" panose="020B0604020202090204" pitchFamily="34" charset="0"/>
              <a:cs typeface="Arial" panose="020B0604020202090204" pitchFamily="34" charset="0"/>
            </a:rPr>
            <a:t>Sequencing-based</a:t>
          </a:r>
          <a:endParaRPr lang="zh-CN" altLang="en-US" sz="1200" dirty="0">
            <a:latin typeface="Arial" panose="020B0604020202090204" pitchFamily="34" charset="0"/>
            <a:cs typeface="Arial" panose="020B0604020202090204" pitchFamily="34" charset="0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dirty="0">
              <a:latin typeface="Arial" panose="020B0604020202090204" pitchFamily="34" charset="0"/>
              <a:cs typeface="Arial" panose="020B0604020202090204" pitchFamily="34" charset="0"/>
            </a:rPr>
            <a:t>SAGE</a:t>
          </a:r>
          <a:endParaRPr lang="zh-CN" altLang="en-US" sz="1400" dirty="0">
            <a:latin typeface="Arial" panose="020B0604020202090204" pitchFamily="34" charset="0"/>
            <a:cs typeface="Arial" panose="020B0604020202090204" pitchFamily="34" charset="0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dirty="0">
              <a:latin typeface="Arial" panose="020B0604020202090204" pitchFamily="34" charset="0"/>
              <a:cs typeface="Arial" panose="020B0604020202090204" pitchFamily="34" charset="0"/>
            </a:rPr>
            <a:t>CAGE</a:t>
          </a:r>
          <a:endParaRPr lang="zh-CN" altLang="en-US" sz="1400" dirty="0">
            <a:latin typeface="Arial" panose="020B0604020202090204" pitchFamily="34" charset="0"/>
            <a:cs typeface="Arial" panose="020B0604020202090204" pitchFamily="34" charset="0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dirty="0">
              <a:latin typeface="Arial" panose="020B0604020202090204" pitchFamily="34" charset="0"/>
              <a:cs typeface="Arial" panose="020B0604020202090204" pitchFamily="34" charset="0"/>
            </a:rPr>
            <a:t>MPSS</a:t>
          </a:r>
          <a:endParaRPr lang="zh-CN" altLang="en-US" sz="1400" dirty="0">
            <a:latin typeface="Arial" panose="020B0604020202090204" pitchFamily="34" charset="0"/>
            <a:cs typeface="Arial" panose="020B0604020202090204" pitchFamily="34" charset="0"/>
          </a:endParaRPr>
        </a:p>
      </dsp:txBody>
      <dsp:txXfrm>
        <a:off x="3602796" y="1473721"/>
        <a:ext cx="1103971" cy="1103971"/>
      </dsp:txXfrm>
    </dsp:sp>
    <dsp:sp modelId="{DA73BCC9-5D61-439C-B266-2ADACDDA5F81}">
      <dsp:nvSpPr>
        <dsp:cNvPr id="11" name="右箭头 10"/>
        <dsp:cNvSpPr/>
      </dsp:nvSpPr>
      <dsp:spPr bwMode="white">
        <a:xfrm>
          <a:off x="4724511" y="1230689"/>
          <a:ext cx="212649" cy="26526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/>
        </a:lnRef>
        <a:fillRef idx="2">
          <a:schemeClr val="accent3">
            <a:hueOff val="7520000"/>
            <a:satOff val="-11241"/>
            <a:lumOff val="-1829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0" tIns="0" rIns="0" bIns="0" anchor="ctr"/>
        <a:lstStyle>
          <a:lvl1pPr algn="ctr">
            <a:defRPr sz="10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4724511" y="1230689"/>
        <a:ext cx="212649" cy="265269"/>
      </dsp:txXfrm>
    </dsp:sp>
    <dsp:sp modelId="{A4D7FCEB-1455-46E1-A17C-B80A0A92B0BE}">
      <dsp:nvSpPr>
        <dsp:cNvPr id="12" name="圆角矩形 11"/>
        <dsp:cNvSpPr/>
      </dsp:nvSpPr>
      <dsp:spPr bwMode="white">
        <a:xfrm>
          <a:off x="5134620" y="811338"/>
          <a:ext cx="1103971" cy="1103971"/>
        </a:xfrm>
        <a:prstGeom prst="roundRect">
          <a:avLst>
            <a:gd name="adj" fmla="val 10000"/>
          </a:avLst>
        </a:prstGeom>
        <a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sp:spPr>
      <dsp:style>
        <a:lnRef idx="1">
          <a:schemeClr val="lt1"/>
        </a:lnRef>
        <a:fillRef idx="1">
          <a:schemeClr val="accent3">
            <a:tint val="50000"/>
            <a:hueOff val="8415000"/>
            <a:satOff val="-10881"/>
            <a:lumOff val="7941"/>
            <a:alpha val="100000"/>
          </a:schemeClr>
        </a:fillRef>
        <a:effectRef idx="1">
          <a:scrgbClr r="0" g="0" b="0"/>
        </a:effectRef>
        <a:fontRef idx="minor"/>
      </dsp:style>
      <dsp:txXfrm>
        <a:off x="5134620" y="811338"/>
        <a:ext cx="1103971" cy="1103971"/>
      </dsp:txXfrm>
    </dsp:sp>
    <dsp:sp modelId="{31D4C544-8845-4EFA-A1E0-CE2457096BC0}">
      <dsp:nvSpPr>
        <dsp:cNvPr id="13" name="圆角矩形 12"/>
        <dsp:cNvSpPr/>
      </dsp:nvSpPr>
      <dsp:spPr bwMode="white">
        <a:xfrm>
          <a:off x="5314336" y="1473721"/>
          <a:ext cx="1103971" cy="1103971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8460000"/>
            <a:satOff val="-12646"/>
            <a:lumOff val="-2058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45719" tIns="45719" rIns="45719" bIns="4571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dirty="0">
              <a:latin typeface="Arial" panose="020B0604020202090204" pitchFamily="34" charset="0"/>
              <a:cs typeface="Arial" panose="020B0604020202090204" pitchFamily="34" charset="0"/>
            </a:rPr>
            <a:t>Advanced seq</a:t>
          </a:r>
          <a:endParaRPr lang="zh-CN" altLang="en-US" sz="1200" dirty="0">
            <a:latin typeface="Arial" panose="020B0604020202090204" pitchFamily="34" charset="0"/>
            <a:cs typeface="Arial" panose="020B0604020202090204" pitchFamily="34" charset="0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200" b="0" dirty="0"/>
            <a:t>NGS</a:t>
          </a:r>
          <a:endParaRPr lang="zh-CN" altLang="en-US" sz="1200" b="0" dirty="0"/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200" dirty="0"/>
            <a:t>3GS</a:t>
          </a:r>
          <a:endParaRPr lang="zh-CN" altLang="en-US" sz="1200" dirty="0"/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200" dirty="0"/>
            <a:t>Single cell</a:t>
          </a:r>
          <a:endParaRPr lang="zh-CN" altLang="en-US" sz="1200" dirty="0"/>
        </a:p>
      </dsp:txBody>
      <dsp:txXfrm>
        <a:off x="5314336" y="1473721"/>
        <a:ext cx="1103971" cy="1103971"/>
      </dsp:txXfrm>
    </dsp:sp>
    <dsp:sp modelId="{185C0A8E-DE54-4E13-9997-C070EC23D7B7}">
      <dsp:nvSpPr>
        <dsp:cNvPr id="14" name="右箭头 13"/>
        <dsp:cNvSpPr/>
      </dsp:nvSpPr>
      <dsp:spPr bwMode="white">
        <a:xfrm>
          <a:off x="6436051" y="1230689"/>
          <a:ext cx="212649" cy="26526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/>
        </a:lnRef>
        <a:fillRef idx="2">
          <a:schemeClr val="accent3">
            <a:hueOff val="11280000"/>
            <a:satOff val="-16862"/>
            <a:lumOff val="-2744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0" tIns="0" rIns="0" bIns="0" anchor="ctr"/>
        <a:lstStyle>
          <a:lvl1pPr algn="ctr">
            <a:defRPr sz="10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6436051" y="1230689"/>
        <a:ext cx="212649" cy="265269"/>
      </dsp:txXfrm>
    </dsp:sp>
    <dsp:sp modelId="{E600A824-42F6-4B6F-B46E-0213642C27A7}">
      <dsp:nvSpPr>
        <dsp:cNvPr id="15" name="圆角矩形 14"/>
        <dsp:cNvSpPr/>
      </dsp:nvSpPr>
      <dsp:spPr bwMode="white">
        <a:xfrm>
          <a:off x="6846160" y="811338"/>
          <a:ext cx="1103971" cy="1103971"/>
        </a:xfrm>
        <a:prstGeom prst="roundRect">
          <a:avLst>
            <a:gd name="adj" fmla="val 10000"/>
          </a:avLst>
        </a:prstGeom>
        <a:blipFill>
          <a:blip r:embed="rId5"/>
          <a:srcRect/>
          <a:stretch>
            <a:fillRect l="-19000" r="-19000"/>
          </a:stretch>
        </a:blipFill>
      </dsp:spPr>
      <dsp:style>
        <a:lnRef idx="1">
          <a:schemeClr val="lt1"/>
        </a:lnRef>
        <a:fillRef idx="1">
          <a:schemeClr val="accent3">
            <a:tint val="50000"/>
            <a:hueOff val="11220000"/>
            <a:satOff val="-14509"/>
            <a:lumOff val="10588"/>
            <a:alpha val="100000"/>
          </a:schemeClr>
        </a:fillRef>
        <a:effectRef idx="1">
          <a:scrgbClr r="0" g="0" b="0"/>
        </a:effectRef>
        <a:fontRef idx="minor"/>
      </dsp:style>
      <dsp:txXfrm>
        <a:off x="6846160" y="811338"/>
        <a:ext cx="1103971" cy="1103971"/>
      </dsp:txXfrm>
    </dsp:sp>
    <dsp:sp modelId="{E6D38F53-8810-4F55-B882-8A0B8100203B}">
      <dsp:nvSpPr>
        <dsp:cNvPr id="16" name="圆角矩形 15"/>
        <dsp:cNvSpPr/>
      </dsp:nvSpPr>
      <dsp:spPr bwMode="white">
        <a:xfrm>
          <a:off x="7025876" y="1473721"/>
          <a:ext cx="1103971" cy="1103971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11280000"/>
            <a:satOff val="-16862"/>
            <a:lumOff val="-2744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45719" tIns="45719" rIns="45719" bIns="4571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>
              <a:solidFill>
                <a:prstClr val="black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rPr>
            <a:t>S</a:t>
          </a:r>
          <a:r>
            <a:rPr lang="en-US" sz="1200" kern="1200" dirty="0">
              <a:solidFill>
                <a:prstClr val="black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rPr>
            <a:t>ingle-molecule seq</a:t>
          </a:r>
          <a:endParaRPr lang="en-US" sz="1200" kern="1200" dirty="0">
            <a:solidFill>
              <a:prstClr val="black"/>
            </a:solidFill>
            <a:latin typeface="Arial" panose="020B0604020202090204" pitchFamily="34" charset="0"/>
            <a:ea typeface="宋体" pitchFamily="2" charset="-122"/>
            <a:cs typeface="Arial" panose="020B0604020202090204" pitchFamily="34" charset="0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200"/>
            <a:t>Pacbio</a:t>
          </a:r>
          <a:endParaRPr lang="zh-CN" altLang="en-US" sz="1200" dirty="0"/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200" dirty="0"/>
            <a:t>ONT</a:t>
          </a:r>
          <a:endParaRPr lang="zh-CN" altLang="en-US" sz="1200" dirty="0"/>
        </a:p>
      </dsp:txBody>
      <dsp:txXfrm>
        <a:off x="7025876" y="1473721"/>
        <a:ext cx="1103971" cy="11039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481454" cy="5003800"/>
        <a:chOff x="0" y="0"/>
        <a:chExt cx="7481454" cy="5003800"/>
      </a:xfrm>
    </dsp:grpSpPr>
    <dsp:sp modelId="{BF8818CA-15D4-44ED-9E54-272FB28F9ECD}">
      <dsp:nvSpPr>
        <dsp:cNvPr id="3" name="矩形 2"/>
        <dsp:cNvSpPr/>
      </dsp:nvSpPr>
      <dsp:spPr bwMode="white">
        <a:xfrm>
          <a:off x="1238888" y="-191"/>
          <a:ext cx="2383161" cy="1906529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sp:spPr>
      <dsp:style>
        <a:lnRef idx="2">
          <a:schemeClr val="lt1"/>
        </a:lnRef>
        <a:fillRef idx="1">
          <a:schemeClr val="accent5">
            <a:tint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/>
      </dsp:style>
      <dsp:txXfrm>
        <a:off x="1238888" y="-191"/>
        <a:ext cx="2383161" cy="1906529"/>
      </dsp:txXfrm>
    </dsp:sp>
    <dsp:sp modelId="{D0381E3E-6953-476D-9714-75DF2D3E20AC}">
      <dsp:nvSpPr>
        <dsp:cNvPr id="4" name="矩形标注 3"/>
        <dsp:cNvSpPr/>
      </dsp:nvSpPr>
      <dsp:spPr bwMode="white">
        <a:xfrm>
          <a:off x="1453372" y="1715685"/>
          <a:ext cx="2121013" cy="667285"/>
        </a:xfrm>
        <a:prstGeom prst="wedgeRectCallout">
          <a:avLst>
            <a:gd name="adj1" fmla="val 20250"/>
            <a:gd name="adj2" fmla="val -607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5250" tIns="95250" rIns="95250" bIns="95250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差异表达</a:t>
          </a:r>
        </a:p>
      </dsp:txBody>
      <dsp:txXfrm>
        <a:off x="1453372" y="1715685"/>
        <a:ext cx="2121013" cy="667285"/>
      </dsp:txXfrm>
    </dsp:sp>
    <dsp:sp modelId="{C37C065F-D9B5-4C0B-93DE-B1276085974E}">
      <dsp:nvSpPr>
        <dsp:cNvPr id="5" name="矩形 4"/>
        <dsp:cNvSpPr/>
      </dsp:nvSpPr>
      <dsp:spPr bwMode="white">
        <a:xfrm>
          <a:off x="3860365" y="-191"/>
          <a:ext cx="2383161" cy="1906529"/>
        </a:xfrm>
        <a:prstGeom prst="rect">
          <a:avLst/>
        </a:prstGeom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sp:spPr>
      <dsp:style>
        <a:lnRef idx="2">
          <a:schemeClr val="lt1"/>
        </a:lnRef>
        <a:fillRef idx="1">
          <a:schemeClr val="accent5">
            <a:tint val="50000"/>
            <a:hueOff val="-3559999"/>
            <a:satOff val="14248"/>
            <a:lumOff val="4183"/>
            <a:alpha val="100000"/>
          </a:schemeClr>
        </a:fillRef>
        <a:effectRef idx="0">
          <a:scrgbClr r="0" g="0" b="0"/>
        </a:effectRef>
        <a:fontRef idx="minor"/>
      </dsp:style>
      <dsp:txXfrm>
        <a:off x="3860365" y="-191"/>
        <a:ext cx="2383161" cy="1906529"/>
      </dsp:txXfrm>
    </dsp:sp>
    <dsp:sp modelId="{98E473E7-9E6B-4828-BE05-EE0918BF4D4A}">
      <dsp:nvSpPr>
        <dsp:cNvPr id="6" name="矩形标注 5"/>
        <dsp:cNvSpPr/>
      </dsp:nvSpPr>
      <dsp:spPr bwMode="white">
        <a:xfrm>
          <a:off x="4074849" y="1715685"/>
          <a:ext cx="2121013" cy="667285"/>
        </a:xfrm>
        <a:prstGeom prst="wedgeRectCallout">
          <a:avLst>
            <a:gd name="adj1" fmla="val 20250"/>
            <a:gd name="adj2" fmla="val -60700"/>
          </a:avLst>
        </a:prstGeom>
      </dsp:spPr>
      <dsp:style>
        <a:lnRef idx="2">
          <a:schemeClr val="lt1"/>
        </a:lnRef>
        <a:fillRef idx="1">
          <a:schemeClr val="accent5">
            <a:hueOff val="-3300000"/>
            <a:satOff val="13333"/>
            <a:lumOff val="287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5250" tIns="95250" rIns="95250" bIns="95250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可变剪切</a:t>
          </a:r>
        </a:p>
      </dsp:txBody>
      <dsp:txXfrm>
        <a:off x="4074849" y="1715685"/>
        <a:ext cx="2121013" cy="667285"/>
      </dsp:txXfrm>
    </dsp:sp>
    <dsp:sp modelId="{570108B3-E637-4579-A97A-616936343381}">
      <dsp:nvSpPr>
        <dsp:cNvPr id="7" name="矩形 6"/>
        <dsp:cNvSpPr/>
      </dsp:nvSpPr>
      <dsp:spPr bwMode="white">
        <a:xfrm>
          <a:off x="1238888" y="2620830"/>
          <a:ext cx="2383161" cy="1906529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</dsp:spPr>
      <dsp:style>
        <a:lnRef idx="2">
          <a:schemeClr val="lt1"/>
        </a:lnRef>
        <a:fillRef idx="1">
          <a:schemeClr val="accent5">
            <a:tint val="50000"/>
            <a:hueOff val="-7119999"/>
            <a:satOff val="28497"/>
            <a:lumOff val="8366"/>
            <a:alpha val="100000"/>
          </a:schemeClr>
        </a:fillRef>
        <a:effectRef idx="0">
          <a:scrgbClr r="0" g="0" b="0"/>
        </a:effectRef>
        <a:fontRef idx="minor"/>
      </dsp:style>
      <dsp:txXfrm>
        <a:off x="1238888" y="2620830"/>
        <a:ext cx="2383161" cy="1906529"/>
      </dsp:txXfrm>
    </dsp:sp>
    <dsp:sp modelId="{867BEFB3-D8D5-4135-9415-502B4B356005}">
      <dsp:nvSpPr>
        <dsp:cNvPr id="8" name="矩形标注 7"/>
        <dsp:cNvSpPr/>
      </dsp:nvSpPr>
      <dsp:spPr bwMode="white">
        <a:xfrm>
          <a:off x="1453372" y="4336706"/>
          <a:ext cx="2121013" cy="667285"/>
        </a:xfrm>
        <a:prstGeom prst="wedgeRectCallout">
          <a:avLst>
            <a:gd name="adj1" fmla="val 20250"/>
            <a:gd name="adj2" fmla="val -60700"/>
          </a:avLst>
        </a:prstGeom>
      </dsp:spPr>
      <dsp:style>
        <a:lnRef idx="2">
          <a:schemeClr val="lt1"/>
        </a:lnRef>
        <a:fillRef idx="1">
          <a:schemeClr val="accent5">
            <a:hueOff val="-6600000"/>
            <a:satOff val="26667"/>
            <a:lumOff val="575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5250" tIns="95250" rIns="95250" bIns="95250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共表达网络</a:t>
          </a:r>
        </a:p>
      </dsp:txBody>
      <dsp:txXfrm>
        <a:off x="1453372" y="4336706"/>
        <a:ext cx="2121013" cy="667285"/>
      </dsp:txXfrm>
    </dsp:sp>
    <dsp:sp modelId="{A3188435-4F2A-41A1-B4DD-32DC30702DC0}">
      <dsp:nvSpPr>
        <dsp:cNvPr id="9" name="矩形 8"/>
        <dsp:cNvSpPr/>
      </dsp:nvSpPr>
      <dsp:spPr bwMode="white">
        <a:xfrm>
          <a:off x="3860365" y="2620830"/>
          <a:ext cx="2383161" cy="1906529"/>
        </a:xfrm>
        <a:prstGeom prst="rect">
          <a:avLst/>
        </a:prstGeom>
        <a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5000" r="-35000"/>
          </a:stretch>
        </a:blipFill>
      </dsp:spPr>
      <dsp:style>
        <a:lnRef idx="2">
          <a:schemeClr val="lt1"/>
        </a:lnRef>
        <a:fillRef idx="1">
          <a:schemeClr val="accent5">
            <a:tint val="50000"/>
            <a:hueOff val="-10680000"/>
            <a:satOff val="42745"/>
            <a:lumOff val="12549"/>
            <a:alpha val="100000"/>
          </a:schemeClr>
        </a:fillRef>
        <a:effectRef idx="0">
          <a:scrgbClr r="0" g="0" b="0"/>
        </a:effectRef>
        <a:fontRef idx="minor"/>
      </dsp:style>
      <dsp:txXfrm>
        <a:off x="3860365" y="2620830"/>
        <a:ext cx="2383161" cy="1906529"/>
      </dsp:txXfrm>
    </dsp:sp>
    <dsp:sp modelId="{66A0725A-251E-4575-A56D-0E5A9A8CED30}">
      <dsp:nvSpPr>
        <dsp:cNvPr id="10" name="矩形标注 9"/>
        <dsp:cNvSpPr/>
      </dsp:nvSpPr>
      <dsp:spPr bwMode="white">
        <a:xfrm>
          <a:off x="4074849" y="4336706"/>
          <a:ext cx="2121013" cy="667285"/>
        </a:xfrm>
        <a:prstGeom prst="wedgeRectCallout">
          <a:avLst>
            <a:gd name="adj1" fmla="val 20250"/>
            <a:gd name="adj2" fmla="val -60700"/>
          </a:avLst>
        </a:prstGeom>
      </dsp:spPr>
      <dsp:style>
        <a:lnRef idx="2">
          <a:schemeClr val="lt1"/>
        </a:lnRef>
        <a:fillRef idx="1">
          <a:schemeClr val="accent5">
            <a:hueOff val="-9900000"/>
            <a:satOff val="40000"/>
            <a:lumOff val="862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5250" tIns="95250" rIns="95250" bIns="95250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转录调控网络</a:t>
          </a:r>
        </a:p>
      </dsp:txBody>
      <dsp:txXfrm>
        <a:off x="4074849" y="4336706"/>
        <a:ext cx="2121013" cy="6672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096000" cy="4064000"/>
        <a:chOff x="0" y="0"/>
        <a:chExt cx="6096000" cy="4064000"/>
      </a:xfrm>
    </dsp:grpSpPr>
    <dsp:sp modelId="{C28877A3-520F-4B74-B331-D7C055403A1D}">
      <dsp:nvSpPr>
        <dsp:cNvPr id="3" name="矩形 2"/>
        <dsp:cNvSpPr/>
      </dsp:nvSpPr>
      <dsp:spPr bwMode="white">
        <a:xfrm>
          <a:off x="83830" y="611179"/>
          <a:ext cx="2891873" cy="340220"/>
        </a:xfrm>
        <a:prstGeom prst="rect">
          <a:avLst/>
        </a:prstGeom>
      </dsp:spPr>
      <dsp:style>
        <a:lnRef idx="1">
          <a:schemeClr val="accent2"/>
        </a:lnRef>
        <a:fillRef idx="3">
          <a:schemeClr val="accent2"/>
        </a:fillRef>
        <a:effectRef idx="3">
          <a:scrgbClr r="0" g="0" b="0"/>
        </a:effectRef>
        <a:fontRef idx="minor">
          <a:schemeClr val="lt1"/>
        </a:fontRef>
      </dsp:style>
      <dsp:txXfrm>
        <a:off x="83830" y="611179"/>
        <a:ext cx="2891873" cy="340220"/>
      </dsp:txXfrm>
    </dsp:sp>
    <dsp:sp modelId="{C4BAD92C-B200-4821-BCC7-C59A76224B66}">
      <dsp:nvSpPr>
        <dsp:cNvPr id="4" name="矩形 3"/>
        <dsp:cNvSpPr/>
      </dsp:nvSpPr>
      <dsp:spPr bwMode="white">
        <a:xfrm>
          <a:off x="83830" y="738952"/>
          <a:ext cx="212447" cy="212447"/>
        </a:xfrm>
        <a:prstGeom prst="rect">
          <a:avLst/>
        </a:prstGeom>
      </dsp:spPr>
      <dsp:style>
        <a:lnRef idx="1">
          <a:schemeClr val="accent2"/>
        </a:lnRef>
        <a:fillRef idx="1">
          <a:schemeClr val="lt1">
            <a:alpha val="90000"/>
          </a:schemeClr>
        </a:fillRef>
        <a:effectRef idx="2">
          <a:scrgbClr r="0" g="0" b="0"/>
        </a:effectRef>
        <a:fontRef idx="minor"/>
      </dsp:style>
      <dsp:txXfrm>
        <a:off x="83830" y="738952"/>
        <a:ext cx="212447" cy="212447"/>
      </dsp:txXfrm>
    </dsp:sp>
    <dsp:sp modelId="{CAE16F56-0A56-4D29-B077-877DCEEDF619}">
      <dsp:nvSpPr>
        <dsp:cNvPr id="5" name="矩形 4"/>
        <dsp:cNvSpPr/>
      </dsp:nvSpPr>
      <dsp:spPr bwMode="white">
        <a:xfrm>
          <a:off x="83830" y="0"/>
          <a:ext cx="2891873" cy="61117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4290" tIns="22860" rIns="34290" bIns="2286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</a:pPr>
          <a:r>
            <a:rPr lang="zh-CN" altLang="en-US" sz="1800" dirty="0">
              <a:solidFill>
                <a:schemeClr val="tx1"/>
              </a:solidFill>
            </a:rPr>
            <a:t>问题导向型</a:t>
          </a:r>
          <a:endParaRPr lang="en-US" altLang="zh-CN" sz="1800" dirty="0">
            <a:solidFill>
              <a:schemeClr val="tx1"/>
            </a:solidFill>
          </a:endParaRPr>
        </a:p>
      </dsp:txBody>
      <dsp:txXfrm>
        <a:off x="83830" y="0"/>
        <a:ext cx="2891873" cy="611179"/>
      </dsp:txXfrm>
    </dsp:sp>
    <dsp:sp modelId="{70E014CD-394C-4BF5-98A7-D118A857541A}">
      <dsp:nvSpPr>
        <dsp:cNvPr id="6" name="矩形 5"/>
        <dsp:cNvSpPr/>
      </dsp:nvSpPr>
      <dsp:spPr bwMode="white">
        <a:xfrm>
          <a:off x="83830" y="1234160"/>
          <a:ext cx="212442" cy="212442"/>
        </a:xfrm>
        <a:prstGeom prst="rect">
          <a:avLst/>
        </a:prstGeom>
      </dsp:spPr>
      <dsp:style>
        <a:lnRef idx="1">
          <a:schemeClr val="accent2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83830" y="1234160"/>
        <a:ext cx="212442" cy="212442"/>
      </dsp:txXfrm>
    </dsp:sp>
    <dsp:sp modelId="{F2C69CE1-C15B-4B80-AA03-BCDACBD6516C}">
      <dsp:nvSpPr>
        <dsp:cNvPr id="7" name="矩形 6"/>
        <dsp:cNvSpPr/>
      </dsp:nvSpPr>
      <dsp:spPr bwMode="white">
        <a:xfrm>
          <a:off x="286261" y="1092780"/>
          <a:ext cx="2689442" cy="4952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568" tIns="99568" rIns="99568" bIns="99568" anchor="ctr"/>
        <a:lstStyle>
          <a:lvl1pPr algn="l">
            <a:defRPr sz="14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dirty="0">
              <a:solidFill>
                <a:schemeClr val="tx1"/>
              </a:solidFill>
            </a:rPr>
            <a:t>生物学重复（</a:t>
          </a:r>
          <a:r>
            <a:rPr lang="en-US" altLang="zh-CN" sz="1400" dirty="0">
              <a:solidFill>
                <a:schemeClr val="tx1"/>
              </a:solidFill>
            </a:rPr>
            <a:t>3-5</a:t>
          </a:r>
          <a:r>
            <a:rPr lang="zh-CN" altLang="en-US" sz="1400" dirty="0">
              <a:solidFill>
                <a:schemeClr val="tx1"/>
              </a:solidFill>
            </a:rPr>
            <a:t>个）</a:t>
          </a:r>
          <a:endParaRPr>
            <a:solidFill>
              <a:schemeClr val="tx1"/>
            </a:solidFill>
          </a:endParaRPr>
        </a:p>
      </dsp:txBody>
      <dsp:txXfrm>
        <a:off x="286261" y="1092780"/>
        <a:ext cx="2689442" cy="495203"/>
      </dsp:txXfrm>
    </dsp:sp>
    <dsp:sp modelId="{FEFC123A-455F-4CDD-B41E-FCFB82BBADDD}">
      <dsp:nvSpPr>
        <dsp:cNvPr id="8" name="矩形 7"/>
        <dsp:cNvSpPr/>
      </dsp:nvSpPr>
      <dsp:spPr bwMode="white">
        <a:xfrm>
          <a:off x="83830" y="1729364"/>
          <a:ext cx="212442" cy="212442"/>
        </a:xfrm>
        <a:prstGeom prst="rect">
          <a:avLst/>
        </a:prstGeom>
      </dsp:spPr>
      <dsp:style>
        <a:lnRef idx="1">
          <a:schemeClr val="accent3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83830" y="1729364"/>
        <a:ext cx="212442" cy="212442"/>
      </dsp:txXfrm>
    </dsp:sp>
    <dsp:sp modelId="{AB57165E-F58A-42B4-817B-1FE90DDFB3D3}">
      <dsp:nvSpPr>
        <dsp:cNvPr id="9" name="矩形 8"/>
        <dsp:cNvSpPr/>
      </dsp:nvSpPr>
      <dsp:spPr bwMode="white">
        <a:xfrm>
          <a:off x="286261" y="1587983"/>
          <a:ext cx="2689442" cy="4952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568" tIns="99568" rIns="99568" bIns="99568" anchor="ctr"/>
        <a:lstStyle>
          <a:lvl1pPr algn="l">
            <a:defRPr sz="14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dirty="0">
              <a:solidFill>
                <a:schemeClr val="tx1"/>
              </a:solidFill>
            </a:rPr>
            <a:t>样本提取（分类和保存）</a:t>
          </a:r>
          <a:endParaRPr>
            <a:solidFill>
              <a:schemeClr val="tx1"/>
            </a:solidFill>
          </a:endParaRPr>
        </a:p>
      </dsp:txBody>
      <dsp:txXfrm>
        <a:off x="286261" y="1587983"/>
        <a:ext cx="2689442" cy="495203"/>
      </dsp:txXfrm>
    </dsp:sp>
    <dsp:sp modelId="{6C89AE60-58D7-49DB-97F2-A1C855CD991B}">
      <dsp:nvSpPr>
        <dsp:cNvPr id="10" name="矩形 9"/>
        <dsp:cNvSpPr/>
      </dsp:nvSpPr>
      <dsp:spPr bwMode="white">
        <a:xfrm>
          <a:off x="83830" y="2224567"/>
          <a:ext cx="212442" cy="212442"/>
        </a:xfrm>
        <a:prstGeom prst="rect">
          <a:avLst/>
        </a:prstGeom>
      </dsp:spPr>
      <dsp:style>
        <a:lnRef idx="1">
          <a:schemeClr val="accent4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83830" y="2224567"/>
        <a:ext cx="212442" cy="212442"/>
      </dsp:txXfrm>
    </dsp:sp>
    <dsp:sp modelId="{18F2565D-538A-446A-BC83-BCCAE985D31A}">
      <dsp:nvSpPr>
        <dsp:cNvPr id="11" name="矩形 10"/>
        <dsp:cNvSpPr/>
      </dsp:nvSpPr>
      <dsp:spPr bwMode="white">
        <a:xfrm>
          <a:off x="286261" y="2083187"/>
          <a:ext cx="2689442" cy="4952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85344" tIns="85344" rIns="85344" bIns="85344" anchor="ctr"/>
        <a:lstStyle>
          <a:lvl1pPr algn="l">
            <a:defRPr sz="14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dirty="0">
              <a:solidFill>
                <a:schemeClr val="tx1"/>
              </a:solidFill>
            </a:rPr>
            <a:t>测序深度（简单基因表达分析需</a:t>
          </a:r>
          <a:r>
            <a:rPr lang="en-US" altLang="zh-CN" sz="1200" dirty="0">
              <a:solidFill>
                <a:schemeClr val="tx1"/>
              </a:solidFill>
            </a:rPr>
            <a:t>5M</a:t>
          </a:r>
          <a:r>
            <a:rPr lang="zh-CN" altLang="en-US" sz="1200" dirty="0">
              <a:solidFill>
                <a:schemeClr val="tx1"/>
              </a:solidFill>
            </a:rPr>
            <a:t>以上</a:t>
          </a:r>
          <a:r>
            <a:rPr lang="en-US" altLang="zh-CN" sz="1200" dirty="0">
              <a:solidFill>
                <a:schemeClr val="tx1"/>
              </a:solidFill>
            </a:rPr>
            <a:t>reads</a:t>
          </a:r>
          <a:r>
            <a:rPr lang="zh-CN" altLang="en-US" sz="1200" dirty="0">
              <a:solidFill>
                <a:schemeClr val="tx1"/>
              </a:solidFill>
            </a:rPr>
            <a:t>，小</a:t>
          </a:r>
          <a:r>
            <a:rPr lang="en-US" altLang="zh-CN" sz="1200" dirty="0">
              <a:solidFill>
                <a:schemeClr val="tx1"/>
              </a:solidFill>
            </a:rPr>
            <a:t>RNA</a:t>
          </a:r>
          <a:r>
            <a:rPr lang="zh-CN" altLang="en-US" sz="1200" dirty="0">
              <a:solidFill>
                <a:schemeClr val="tx1"/>
              </a:solidFill>
            </a:rPr>
            <a:t>至少</a:t>
          </a:r>
          <a:r>
            <a:rPr lang="en-US" altLang="zh-CN" sz="1200" dirty="0">
              <a:solidFill>
                <a:schemeClr val="tx1"/>
              </a:solidFill>
            </a:rPr>
            <a:t>30M</a:t>
          </a:r>
          <a:r>
            <a:rPr lang="zh-CN" altLang="en-US" sz="1200" dirty="0">
              <a:solidFill>
                <a:schemeClr val="tx1"/>
              </a:solidFill>
            </a:rPr>
            <a:t>）</a:t>
          </a:r>
          <a:endParaRPr>
            <a:solidFill>
              <a:schemeClr val="tx1"/>
            </a:solidFill>
          </a:endParaRPr>
        </a:p>
      </dsp:txBody>
      <dsp:txXfrm>
        <a:off x="286261" y="2083187"/>
        <a:ext cx="2689442" cy="495203"/>
      </dsp:txXfrm>
    </dsp:sp>
    <dsp:sp modelId="{E6C780DB-DCEE-4AB4-91BD-FB637C4ACBC4}">
      <dsp:nvSpPr>
        <dsp:cNvPr id="12" name="矩形 11"/>
        <dsp:cNvSpPr/>
      </dsp:nvSpPr>
      <dsp:spPr bwMode="white">
        <a:xfrm>
          <a:off x="83830" y="2719771"/>
          <a:ext cx="212442" cy="212442"/>
        </a:xfrm>
        <a:prstGeom prst="rect">
          <a:avLst/>
        </a:prstGeom>
      </dsp:spPr>
      <dsp:style>
        <a:lnRef idx="1">
          <a:schemeClr val="accent5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83830" y="2719771"/>
        <a:ext cx="212442" cy="212442"/>
      </dsp:txXfrm>
    </dsp:sp>
    <dsp:sp modelId="{AF7AC3D9-717D-4C0F-83A3-B5C264FD883C}">
      <dsp:nvSpPr>
        <dsp:cNvPr id="13" name="矩形 12"/>
        <dsp:cNvSpPr/>
      </dsp:nvSpPr>
      <dsp:spPr bwMode="white">
        <a:xfrm>
          <a:off x="286261" y="2578390"/>
          <a:ext cx="2689442" cy="4952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85344" tIns="85344" rIns="85344" bIns="85344" anchor="ctr"/>
        <a:lstStyle>
          <a:lvl1pPr algn="l">
            <a:defRPr sz="14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dirty="0">
              <a:solidFill>
                <a:schemeClr val="tx1"/>
              </a:solidFill>
            </a:rPr>
            <a:t>文库构建（链特异性非特异性）</a:t>
          </a:r>
          <a:endParaRPr>
            <a:solidFill>
              <a:schemeClr val="tx1"/>
            </a:solidFill>
          </a:endParaRPr>
        </a:p>
      </dsp:txBody>
      <dsp:txXfrm>
        <a:off x="286261" y="2578390"/>
        <a:ext cx="2689442" cy="495203"/>
      </dsp:txXfrm>
    </dsp:sp>
    <dsp:sp modelId="{9D5DF4C7-4485-441F-856B-23C45D3B4595}">
      <dsp:nvSpPr>
        <dsp:cNvPr id="14" name="矩形 13"/>
        <dsp:cNvSpPr/>
      </dsp:nvSpPr>
      <dsp:spPr bwMode="white">
        <a:xfrm>
          <a:off x="83830" y="3214974"/>
          <a:ext cx="212442" cy="212442"/>
        </a:xfrm>
        <a:prstGeom prst="rect">
          <a:avLst/>
        </a:prstGeom>
      </dsp:spPr>
      <dsp:style>
        <a:lnRef idx="1">
          <a:schemeClr val="accent6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83830" y="3214974"/>
        <a:ext cx="212442" cy="212442"/>
      </dsp:txXfrm>
    </dsp:sp>
    <dsp:sp modelId="{130FD5D0-FB71-4870-ABA0-FA8E3E92F8AB}">
      <dsp:nvSpPr>
        <dsp:cNvPr id="15" name="矩形 14"/>
        <dsp:cNvSpPr/>
      </dsp:nvSpPr>
      <dsp:spPr bwMode="white">
        <a:xfrm>
          <a:off x="286261" y="3073593"/>
          <a:ext cx="2689442" cy="4952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85344" tIns="85344" rIns="85344" bIns="85344" anchor="ctr"/>
        <a:lstStyle>
          <a:lvl1pPr algn="l">
            <a:defRPr sz="14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dirty="0">
              <a:solidFill>
                <a:schemeClr val="tx1"/>
              </a:solidFill>
            </a:rPr>
            <a:t>测序策略（单端和双末端）</a:t>
          </a:r>
          <a:endParaRPr>
            <a:solidFill>
              <a:schemeClr val="tx1"/>
            </a:solidFill>
          </a:endParaRPr>
        </a:p>
      </dsp:txBody>
      <dsp:txXfrm>
        <a:off x="286261" y="3073593"/>
        <a:ext cx="2689442" cy="495203"/>
      </dsp:txXfrm>
    </dsp:sp>
    <dsp:sp modelId="{0BC84EB7-6B95-4030-9288-800EB4F46A9B}">
      <dsp:nvSpPr>
        <dsp:cNvPr id="16" name="矩形 15"/>
        <dsp:cNvSpPr/>
      </dsp:nvSpPr>
      <dsp:spPr bwMode="white">
        <a:xfrm>
          <a:off x="83830" y="3710177"/>
          <a:ext cx="212442" cy="212442"/>
        </a:xfrm>
        <a:prstGeom prst="rect">
          <a:avLst/>
        </a:prstGeom>
      </dsp:spPr>
      <dsp:style>
        <a:lnRef idx="1">
          <a:schemeClr val="accent2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83830" y="3710177"/>
        <a:ext cx="212442" cy="212442"/>
      </dsp:txXfrm>
    </dsp:sp>
    <dsp:sp modelId="{47B1C548-330A-4784-AA3C-3DBB8F95FD70}">
      <dsp:nvSpPr>
        <dsp:cNvPr id="17" name="矩形 16"/>
        <dsp:cNvSpPr/>
      </dsp:nvSpPr>
      <dsp:spPr bwMode="white">
        <a:xfrm>
          <a:off x="286261" y="3568797"/>
          <a:ext cx="2689442" cy="4952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85344" tIns="85344" rIns="85344" bIns="85344" anchor="ctr"/>
        <a:lstStyle>
          <a:lvl1pPr algn="l">
            <a:defRPr sz="14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dirty="0">
              <a:solidFill>
                <a:schemeClr val="tx1"/>
              </a:solidFill>
            </a:rPr>
            <a:t>测序平台（读长、通量和准确率等）</a:t>
          </a:r>
          <a:endParaRPr>
            <a:solidFill>
              <a:schemeClr val="tx1"/>
            </a:solidFill>
          </a:endParaRPr>
        </a:p>
      </dsp:txBody>
      <dsp:txXfrm>
        <a:off x="286261" y="3568797"/>
        <a:ext cx="2689442" cy="495203"/>
      </dsp:txXfrm>
    </dsp:sp>
    <dsp:sp modelId="{6F72F098-43B0-4F7D-8382-F145F699B413}">
      <dsp:nvSpPr>
        <dsp:cNvPr id="18" name="矩形 17"/>
        <dsp:cNvSpPr/>
      </dsp:nvSpPr>
      <dsp:spPr bwMode="white">
        <a:xfrm>
          <a:off x="3120297" y="611179"/>
          <a:ext cx="2891873" cy="340220"/>
        </a:xfrm>
        <a:prstGeom prst="rect">
          <a:avLst/>
        </a:prstGeom>
      </dsp:spPr>
      <dsp:style>
        <a:lnRef idx="1">
          <a:schemeClr val="accent3"/>
        </a:lnRef>
        <a:fillRef idx="3">
          <a:schemeClr val="accent3"/>
        </a:fillRef>
        <a:effectRef idx="3">
          <a:scrgbClr r="0" g="0" b="0"/>
        </a:effectRef>
        <a:fontRef idx="minor">
          <a:schemeClr val="lt1"/>
        </a:fontRef>
      </dsp:style>
      <dsp:txXfrm>
        <a:off x="3120297" y="611179"/>
        <a:ext cx="2891873" cy="340220"/>
      </dsp:txXfrm>
    </dsp:sp>
    <dsp:sp modelId="{8A97C7FF-528C-4A30-894C-39829EE13288}">
      <dsp:nvSpPr>
        <dsp:cNvPr id="19" name="矩形 18"/>
        <dsp:cNvSpPr/>
      </dsp:nvSpPr>
      <dsp:spPr bwMode="white">
        <a:xfrm>
          <a:off x="3120297" y="738952"/>
          <a:ext cx="212447" cy="212447"/>
        </a:xfrm>
        <a:prstGeom prst="rect">
          <a:avLst/>
        </a:prstGeom>
      </dsp:spPr>
      <dsp:style>
        <a:lnRef idx="1">
          <a:schemeClr val="accent3"/>
        </a:lnRef>
        <a:fillRef idx="1">
          <a:schemeClr val="lt1">
            <a:alpha val="90000"/>
          </a:schemeClr>
        </a:fillRef>
        <a:effectRef idx="2">
          <a:scrgbClr r="0" g="0" b="0"/>
        </a:effectRef>
        <a:fontRef idx="minor"/>
      </dsp:style>
      <dsp:txXfrm>
        <a:off x="3120297" y="738952"/>
        <a:ext cx="212447" cy="212447"/>
      </dsp:txXfrm>
    </dsp:sp>
    <dsp:sp modelId="{0430BF32-64D5-4AFC-8692-2AA9A9319E98}">
      <dsp:nvSpPr>
        <dsp:cNvPr id="20" name="矩形 19"/>
        <dsp:cNvSpPr/>
      </dsp:nvSpPr>
      <dsp:spPr bwMode="white">
        <a:xfrm>
          <a:off x="3120297" y="0"/>
          <a:ext cx="2891873" cy="61117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4290" tIns="22860" rIns="34290" bIns="2286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>
              <a:solidFill>
                <a:schemeClr val="tx1"/>
              </a:solidFill>
            </a:rPr>
            <a:t>数据导向型</a:t>
          </a:r>
          <a:endParaRPr>
            <a:solidFill>
              <a:schemeClr val="tx1"/>
            </a:solidFill>
          </a:endParaRPr>
        </a:p>
      </dsp:txBody>
      <dsp:txXfrm>
        <a:off x="3120297" y="0"/>
        <a:ext cx="2891873" cy="611179"/>
      </dsp:txXfrm>
    </dsp:sp>
    <dsp:sp modelId="{F9419DD4-1497-47CA-8CFC-30CD70C69C52}">
      <dsp:nvSpPr>
        <dsp:cNvPr id="21" name="矩形 20"/>
        <dsp:cNvSpPr/>
      </dsp:nvSpPr>
      <dsp:spPr bwMode="white">
        <a:xfrm>
          <a:off x="3120297" y="1234160"/>
          <a:ext cx="212442" cy="212442"/>
        </a:xfrm>
        <a:prstGeom prst="rect">
          <a:avLst/>
        </a:prstGeom>
      </dsp:spPr>
      <dsp:style>
        <a:lnRef idx="1">
          <a:schemeClr val="accent3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3120297" y="1234160"/>
        <a:ext cx="212442" cy="212442"/>
      </dsp:txXfrm>
    </dsp:sp>
    <dsp:sp modelId="{6DA3AD0A-71C3-4E80-81EF-DB09415A4443}">
      <dsp:nvSpPr>
        <dsp:cNvPr id="22" name="矩形 21"/>
        <dsp:cNvSpPr/>
      </dsp:nvSpPr>
      <dsp:spPr bwMode="white">
        <a:xfrm>
          <a:off x="3322728" y="1092780"/>
          <a:ext cx="2689442" cy="4952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568" tIns="99568" rIns="99568" bIns="99568" anchor="ctr"/>
        <a:lstStyle>
          <a:lvl1pPr algn="l">
            <a:defRPr sz="14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tx1"/>
              </a:solidFill>
            </a:rPr>
            <a:t>数据异质性（平台、个体差异）</a:t>
          </a:r>
          <a:endParaRPr>
            <a:solidFill>
              <a:schemeClr val="tx1"/>
            </a:solidFill>
          </a:endParaRPr>
        </a:p>
      </dsp:txBody>
      <dsp:txXfrm>
        <a:off x="3322728" y="1092780"/>
        <a:ext cx="2689442" cy="495203"/>
      </dsp:txXfrm>
    </dsp:sp>
    <dsp:sp modelId="{4F0E0F8B-7821-46BF-8365-138E78E6440D}">
      <dsp:nvSpPr>
        <dsp:cNvPr id="23" name="矩形 22"/>
        <dsp:cNvSpPr/>
      </dsp:nvSpPr>
      <dsp:spPr bwMode="white">
        <a:xfrm>
          <a:off x="3120297" y="1729364"/>
          <a:ext cx="212442" cy="212442"/>
        </a:xfrm>
        <a:prstGeom prst="rect">
          <a:avLst/>
        </a:prstGeom>
      </dsp:spPr>
      <dsp:style>
        <a:lnRef idx="1">
          <a:schemeClr val="accent4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3120297" y="1729364"/>
        <a:ext cx="212442" cy="212442"/>
      </dsp:txXfrm>
    </dsp:sp>
    <dsp:sp modelId="{5CD19B01-EC51-480A-AFD9-88D6E95A035B}">
      <dsp:nvSpPr>
        <dsp:cNvPr id="24" name="矩形 23"/>
        <dsp:cNvSpPr/>
      </dsp:nvSpPr>
      <dsp:spPr bwMode="white">
        <a:xfrm>
          <a:off x="3322728" y="1587983"/>
          <a:ext cx="2689442" cy="4952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568" tIns="99568" rIns="99568" bIns="99568" anchor="ctr"/>
        <a:lstStyle>
          <a:lvl1pPr algn="l">
            <a:defRPr sz="14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tx1"/>
              </a:solidFill>
            </a:rPr>
            <a:t>确定分析流程</a:t>
          </a:r>
          <a:endParaRPr>
            <a:solidFill>
              <a:schemeClr val="tx1"/>
            </a:solidFill>
          </a:endParaRPr>
        </a:p>
      </dsp:txBody>
      <dsp:txXfrm>
        <a:off x="3322728" y="1587983"/>
        <a:ext cx="2689442" cy="495203"/>
      </dsp:txXfrm>
    </dsp:sp>
    <dsp:sp modelId="{F40E62D2-FB83-4C43-8DAD-6EFC9BE73158}">
      <dsp:nvSpPr>
        <dsp:cNvPr id="25" name="矩形 24"/>
        <dsp:cNvSpPr/>
      </dsp:nvSpPr>
      <dsp:spPr bwMode="white">
        <a:xfrm>
          <a:off x="3120297" y="2224567"/>
          <a:ext cx="212442" cy="212442"/>
        </a:xfrm>
        <a:prstGeom prst="rect">
          <a:avLst/>
        </a:prstGeom>
      </dsp:spPr>
      <dsp:style>
        <a:lnRef idx="1">
          <a:schemeClr val="accent5"/>
        </a:lnRef>
        <a:fillRef idx="1">
          <a:schemeClr val="lt1"/>
        </a:fillRef>
        <a:effectRef idx="2">
          <a:scrgbClr r="0" g="0" b="0"/>
        </a:effectRef>
        <a:fontRef idx="minor"/>
      </dsp:style>
      <dsp:txXfrm>
        <a:off x="3120297" y="2224567"/>
        <a:ext cx="212442" cy="212442"/>
      </dsp:txXfrm>
    </dsp:sp>
    <dsp:sp modelId="{8F707165-0569-4D21-8194-DC0CE8B1BE17}">
      <dsp:nvSpPr>
        <dsp:cNvPr id="26" name="矩形 25"/>
        <dsp:cNvSpPr/>
      </dsp:nvSpPr>
      <dsp:spPr bwMode="white">
        <a:xfrm>
          <a:off x="3322728" y="2083187"/>
          <a:ext cx="2689442" cy="49520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568" tIns="99568" rIns="99568" bIns="99568" anchor="ctr"/>
        <a:lstStyle>
          <a:lvl1pPr algn="l">
            <a:defRPr sz="14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tx1"/>
              </a:solidFill>
            </a:rPr>
            <a:t>分析工具选用</a:t>
          </a:r>
          <a:endParaRPr>
            <a:solidFill>
              <a:schemeClr val="tx1"/>
            </a:solidFill>
          </a:endParaRPr>
        </a:p>
      </dsp:txBody>
      <dsp:txXfrm>
        <a:off x="3322728" y="2083187"/>
        <a:ext cx="2689442" cy="4952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406342" cy="4322157"/>
        <a:chOff x="0" y="0"/>
        <a:chExt cx="6406342" cy="4322157"/>
      </a:xfrm>
    </dsp:grpSpPr>
    <dsp:sp modelId="{EAC3BFB9-A77C-4FB2-BD4B-258441C8607A}">
      <dsp:nvSpPr>
        <dsp:cNvPr id="4" name="矩形 3"/>
        <dsp:cNvSpPr/>
      </dsp:nvSpPr>
      <dsp:spPr bwMode="white">
        <a:xfrm rot="5399999">
          <a:off x="-306314" y="1120107"/>
          <a:ext cx="1348775" cy="262555"/>
        </a:xfrm>
        <a:prstGeom prst="rect">
          <a:avLst/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2"/>
        </a:fillRef>
        <a:effectRef idx="1">
          <a:scrgbClr r="0" g="0" b="0"/>
        </a:effectRef>
        <a:fontRef idx="minor">
          <a:schemeClr val="lt1"/>
        </a:fontRef>
      </dsp:style>
      <dsp:txXfrm rot="5399999">
        <a:off x="-306314" y="1120107"/>
        <a:ext cx="1348775" cy="262555"/>
      </dsp:txXfrm>
    </dsp:sp>
    <dsp:sp modelId="{FABE9247-3823-4B1B-A614-355581F66A6F}">
      <dsp:nvSpPr>
        <dsp:cNvPr id="3" name="圆角矩形 2"/>
        <dsp:cNvSpPr/>
      </dsp:nvSpPr>
      <dsp:spPr bwMode="white">
        <a:xfrm>
          <a:off x="0" y="323194"/>
          <a:ext cx="1750367" cy="1050220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2"/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>
              <a:solidFill>
                <a:schemeClr val="tx1"/>
              </a:solidFill>
            </a:rPr>
            <a:t>系统配置</a:t>
          </a:r>
          <a:endParaRPr lang="zh-CN" altLang="en-US" sz="1600" dirty="0">
            <a:solidFill>
              <a:schemeClr val="tx1"/>
            </a:solidFill>
          </a:endParaRPr>
        </a:p>
      </dsp:txBody>
      <dsp:txXfrm>
        <a:off x="0" y="323194"/>
        <a:ext cx="1750367" cy="1050220"/>
      </dsp:txXfrm>
    </dsp:sp>
    <dsp:sp modelId="{7978D7BB-22C1-4B94-A22B-6D9AD1B36955}">
      <dsp:nvSpPr>
        <dsp:cNvPr id="6" name="矩形 5"/>
        <dsp:cNvSpPr/>
      </dsp:nvSpPr>
      <dsp:spPr bwMode="white">
        <a:xfrm rot="5399999">
          <a:off x="-306314" y="2432882"/>
          <a:ext cx="1348775" cy="262555"/>
        </a:xfrm>
        <a:prstGeom prst="rect">
          <a:avLst/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3"/>
        </a:fillRef>
        <a:effectRef idx="1">
          <a:scrgbClr r="0" g="0" b="0"/>
        </a:effectRef>
        <a:fontRef idx="minor">
          <a:schemeClr val="lt1"/>
        </a:fontRef>
      </dsp:style>
      <dsp:txXfrm rot="5399999">
        <a:off x="-306314" y="2432882"/>
        <a:ext cx="1348775" cy="262555"/>
      </dsp:txXfrm>
    </dsp:sp>
    <dsp:sp modelId="{6C6CB9D5-1151-4836-BD06-3BA0F38643C5}">
      <dsp:nvSpPr>
        <dsp:cNvPr id="5" name="圆角矩形 4"/>
        <dsp:cNvSpPr/>
      </dsp:nvSpPr>
      <dsp:spPr bwMode="white">
        <a:xfrm>
          <a:off x="0" y="1635969"/>
          <a:ext cx="1750367" cy="1050220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3"/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>
              <a:solidFill>
                <a:schemeClr val="tx1"/>
              </a:solidFill>
            </a:rPr>
            <a:t>数据获取</a:t>
          </a:r>
          <a:endParaRPr lang="zh-CN" altLang="en-US" sz="1600" dirty="0">
            <a:solidFill>
              <a:schemeClr val="tx1"/>
            </a:solidFill>
          </a:endParaRPr>
        </a:p>
      </dsp:txBody>
      <dsp:txXfrm>
        <a:off x="0" y="1635969"/>
        <a:ext cx="1750367" cy="1050220"/>
      </dsp:txXfrm>
    </dsp:sp>
    <dsp:sp modelId="{412ABB62-A0F6-442F-9B31-D5BA40F94655}">
      <dsp:nvSpPr>
        <dsp:cNvPr id="8" name="矩形 7"/>
        <dsp:cNvSpPr/>
      </dsp:nvSpPr>
      <dsp:spPr bwMode="white">
        <a:xfrm rot="53157">
          <a:off x="367934" y="3089269"/>
          <a:ext cx="2328266" cy="262555"/>
        </a:xfrm>
        <a:prstGeom prst="rect">
          <a:avLst/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Xfrm rot="53157">
        <a:off x="367934" y="3089269"/>
        <a:ext cx="2328266" cy="262555"/>
      </dsp:txXfrm>
    </dsp:sp>
    <dsp:sp modelId="{D05A9BAF-1E76-4DC5-A6ED-02523DD9390D}">
      <dsp:nvSpPr>
        <dsp:cNvPr id="7" name="圆角矩形 6"/>
        <dsp:cNvSpPr/>
      </dsp:nvSpPr>
      <dsp:spPr bwMode="white">
        <a:xfrm>
          <a:off x="0" y="2948743"/>
          <a:ext cx="1750367" cy="1050220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>
              <a:solidFill>
                <a:schemeClr val="tx1"/>
              </a:solidFill>
            </a:rPr>
            <a:t>质量控制</a:t>
          </a:r>
          <a:endParaRPr lang="zh-CN" altLang="en-US" sz="1600" dirty="0">
            <a:solidFill>
              <a:schemeClr val="tx1"/>
            </a:solidFill>
          </a:endParaRPr>
        </a:p>
      </dsp:txBody>
      <dsp:txXfrm>
        <a:off x="0" y="2948743"/>
        <a:ext cx="1750367" cy="1050220"/>
      </dsp:txXfrm>
    </dsp:sp>
    <dsp:sp modelId="{23F686B6-97D2-49BD-97B4-AC0F8488B352}">
      <dsp:nvSpPr>
        <dsp:cNvPr id="10" name="矩形 9"/>
        <dsp:cNvSpPr/>
      </dsp:nvSpPr>
      <dsp:spPr bwMode="white">
        <a:xfrm rot="-5399999">
          <a:off x="2057674" y="2432882"/>
          <a:ext cx="1276775" cy="262555"/>
        </a:xfrm>
        <a:prstGeom prst="rect">
          <a:avLst/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5"/>
        </a:fillRef>
        <a:effectRef idx="1">
          <a:scrgbClr r="0" g="0" b="0"/>
        </a:effectRef>
        <a:fontRef idx="minor">
          <a:schemeClr val="lt1"/>
        </a:fontRef>
      </dsp:style>
      <dsp:txXfrm rot="-5399999">
        <a:off x="2057674" y="2432882"/>
        <a:ext cx="1276775" cy="262555"/>
      </dsp:txXfrm>
    </dsp:sp>
    <dsp:sp modelId="{75D0970F-F0C4-4569-B859-02CA3CB5BFA8}">
      <dsp:nvSpPr>
        <dsp:cNvPr id="9" name="圆角矩形 8"/>
        <dsp:cNvSpPr/>
      </dsp:nvSpPr>
      <dsp:spPr bwMode="white">
        <a:xfrm>
          <a:off x="2327988" y="2948743"/>
          <a:ext cx="1750367" cy="1050220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5"/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>
              <a:solidFill>
                <a:schemeClr val="tx1"/>
              </a:solidFill>
            </a:rPr>
            <a:t>比对组装</a:t>
          </a:r>
          <a:endParaRPr lang="zh-CN" altLang="en-US" sz="1600" dirty="0">
            <a:solidFill>
              <a:schemeClr val="tx1"/>
            </a:solidFill>
          </a:endParaRPr>
        </a:p>
      </dsp:txBody>
      <dsp:txXfrm>
        <a:off x="2327988" y="2948743"/>
        <a:ext cx="1750367" cy="1050220"/>
      </dsp:txXfrm>
    </dsp:sp>
    <dsp:sp modelId="{6513386A-C18D-4D4A-A53B-E47E5930BA32}">
      <dsp:nvSpPr>
        <dsp:cNvPr id="12" name="矩形 11"/>
        <dsp:cNvSpPr/>
      </dsp:nvSpPr>
      <dsp:spPr bwMode="white">
        <a:xfrm rot="-5399999">
          <a:off x="2057674" y="1120107"/>
          <a:ext cx="1276775" cy="262555"/>
        </a:xfrm>
        <a:prstGeom prst="rect">
          <a:avLst/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6"/>
        </a:fillRef>
        <a:effectRef idx="1">
          <a:scrgbClr r="0" g="0" b="0"/>
        </a:effectRef>
        <a:fontRef idx="minor">
          <a:schemeClr val="lt1"/>
        </a:fontRef>
      </dsp:style>
      <dsp:txXfrm rot="-5399999">
        <a:off x="2057674" y="1120107"/>
        <a:ext cx="1276775" cy="262555"/>
      </dsp:txXfrm>
    </dsp:sp>
    <dsp:sp modelId="{254587BB-800B-471B-B757-6C448AB58D2C}">
      <dsp:nvSpPr>
        <dsp:cNvPr id="11" name="圆角矩形 10"/>
        <dsp:cNvSpPr/>
      </dsp:nvSpPr>
      <dsp:spPr bwMode="white">
        <a:xfrm>
          <a:off x="2327988" y="1635969"/>
          <a:ext cx="1750367" cy="1050220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6"/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>
              <a:solidFill>
                <a:schemeClr val="tx1"/>
              </a:solidFill>
            </a:rPr>
            <a:t>表达定量</a:t>
          </a:r>
          <a:endParaRPr lang="zh-CN" altLang="en-US" sz="1600" dirty="0">
            <a:solidFill>
              <a:schemeClr val="tx1"/>
            </a:solidFill>
          </a:endParaRPr>
        </a:p>
      </dsp:txBody>
      <dsp:txXfrm>
        <a:off x="2327988" y="1635969"/>
        <a:ext cx="1750367" cy="1050220"/>
      </dsp:txXfrm>
    </dsp:sp>
    <dsp:sp modelId="{96705212-12C3-4F42-B3A6-EE2743EC214C}">
      <dsp:nvSpPr>
        <dsp:cNvPr id="14" name="矩形 13"/>
        <dsp:cNvSpPr/>
      </dsp:nvSpPr>
      <dsp:spPr bwMode="white">
        <a:xfrm rot="53157">
          <a:off x="2695922" y="463719"/>
          <a:ext cx="2328266" cy="262555"/>
        </a:xfrm>
        <a:prstGeom prst="rect">
          <a:avLst/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2"/>
        </a:fillRef>
        <a:effectRef idx="1">
          <a:scrgbClr r="0" g="0" b="0"/>
        </a:effectRef>
        <a:fontRef idx="minor">
          <a:schemeClr val="lt1"/>
        </a:fontRef>
      </dsp:style>
      <dsp:txXfrm rot="53157">
        <a:off x="2695922" y="463719"/>
        <a:ext cx="2328266" cy="262555"/>
      </dsp:txXfrm>
    </dsp:sp>
    <dsp:sp modelId="{F70AD274-DB6F-4D5F-8359-E01830BDB33A}">
      <dsp:nvSpPr>
        <dsp:cNvPr id="13" name="圆角矩形 12"/>
        <dsp:cNvSpPr/>
      </dsp:nvSpPr>
      <dsp:spPr bwMode="white">
        <a:xfrm>
          <a:off x="2327988" y="323194"/>
          <a:ext cx="1750367" cy="1050220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2"/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>
              <a:solidFill>
                <a:schemeClr val="tx1"/>
              </a:solidFill>
            </a:rPr>
            <a:t>差异表达</a:t>
          </a:r>
          <a:endParaRPr lang="zh-CN" altLang="en-US" sz="1600" dirty="0">
            <a:solidFill>
              <a:schemeClr val="tx1"/>
            </a:solidFill>
          </a:endParaRPr>
        </a:p>
      </dsp:txBody>
      <dsp:txXfrm>
        <a:off x="2327988" y="323194"/>
        <a:ext cx="1750367" cy="1050220"/>
      </dsp:txXfrm>
    </dsp:sp>
    <dsp:sp modelId="{B9064433-B7EB-4BEC-B380-9D63685F32DD}">
      <dsp:nvSpPr>
        <dsp:cNvPr id="16" name="矩形 15"/>
        <dsp:cNvSpPr/>
      </dsp:nvSpPr>
      <dsp:spPr bwMode="white">
        <a:xfrm rot="5399999">
          <a:off x="4349661" y="1120107"/>
          <a:ext cx="1348775" cy="262555"/>
        </a:xfrm>
        <a:prstGeom prst="rect">
          <a:avLst/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3"/>
        </a:fillRef>
        <a:effectRef idx="1">
          <a:scrgbClr r="0" g="0" b="0"/>
        </a:effectRef>
        <a:fontRef idx="minor">
          <a:schemeClr val="lt1"/>
        </a:fontRef>
      </dsp:style>
      <dsp:txXfrm rot="5399999">
        <a:off x="4349661" y="1120107"/>
        <a:ext cx="1348775" cy="262555"/>
      </dsp:txXfrm>
    </dsp:sp>
    <dsp:sp modelId="{6CA1F901-B4FA-443A-AE07-E1B86DEA846A}">
      <dsp:nvSpPr>
        <dsp:cNvPr id="15" name="圆角矩形 14"/>
        <dsp:cNvSpPr/>
      </dsp:nvSpPr>
      <dsp:spPr bwMode="white">
        <a:xfrm>
          <a:off x="4655975" y="323194"/>
          <a:ext cx="1750367" cy="1050220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3"/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>
              <a:solidFill>
                <a:schemeClr val="tx1"/>
              </a:solidFill>
            </a:rPr>
            <a:t>聚类分析</a:t>
          </a:r>
        </a:p>
      </dsp:txBody>
      <dsp:txXfrm>
        <a:off x="4655975" y="323194"/>
        <a:ext cx="1750367" cy="1050220"/>
      </dsp:txXfrm>
    </dsp:sp>
    <dsp:sp modelId="{8F8922A5-AE20-492A-A2E5-C22A5FFD6AD2}">
      <dsp:nvSpPr>
        <dsp:cNvPr id="18" name="矩形 17"/>
        <dsp:cNvSpPr/>
      </dsp:nvSpPr>
      <dsp:spPr bwMode="white">
        <a:xfrm rot="5399999">
          <a:off x="4349661" y="2432882"/>
          <a:ext cx="1348775" cy="262555"/>
        </a:xfrm>
        <a:prstGeom prst="rect">
          <a:avLst/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Xfrm rot="5399999">
        <a:off x="4349661" y="2432882"/>
        <a:ext cx="1348775" cy="262555"/>
      </dsp:txXfrm>
    </dsp:sp>
    <dsp:sp modelId="{F3677160-19ED-46EA-8B43-67AE747B6F51}">
      <dsp:nvSpPr>
        <dsp:cNvPr id="17" name="圆角矩形 16"/>
        <dsp:cNvSpPr/>
      </dsp:nvSpPr>
      <dsp:spPr bwMode="white">
        <a:xfrm>
          <a:off x="4655975" y="1635969"/>
          <a:ext cx="1750367" cy="1050220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>
              <a:solidFill>
                <a:schemeClr val="tx1"/>
              </a:solidFill>
            </a:rPr>
            <a:t>功能富集</a:t>
          </a:r>
          <a:endParaRPr lang="zh-CN" altLang="en-US" sz="1600" dirty="0">
            <a:solidFill>
              <a:schemeClr val="tx1"/>
            </a:solidFill>
          </a:endParaRPr>
        </a:p>
      </dsp:txBody>
      <dsp:txXfrm>
        <a:off x="4655975" y="1635969"/>
        <a:ext cx="1750367" cy="1050220"/>
      </dsp:txXfrm>
    </dsp:sp>
    <dsp:sp modelId="{05DE58B6-CB25-4474-A80F-56EBD4047627}">
      <dsp:nvSpPr>
        <dsp:cNvPr id="19" name="圆角矩形 18"/>
        <dsp:cNvSpPr/>
      </dsp:nvSpPr>
      <dsp:spPr bwMode="white">
        <a:xfrm>
          <a:off x="4655975" y="2948743"/>
          <a:ext cx="1750367" cy="1050220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5"/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>
              <a:solidFill>
                <a:schemeClr val="tx1"/>
              </a:solidFill>
            </a:rPr>
            <a:t>共表达网络</a:t>
          </a:r>
          <a:endParaRPr lang="zh-CN" altLang="en-US" sz="1600" dirty="0">
            <a:solidFill>
              <a:schemeClr val="tx1"/>
            </a:solidFill>
          </a:endParaRPr>
        </a:p>
      </dsp:txBody>
      <dsp:txXfrm>
        <a:off x="4655975" y="2948743"/>
        <a:ext cx="1750367" cy="10502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867935" cy="2279302"/>
        <a:chOff x="0" y="0"/>
        <a:chExt cx="5867935" cy="2279302"/>
      </a:xfrm>
    </dsp:grpSpPr>
    <dsp:sp modelId="{860780AD-7C0A-4E17-9264-B0C50B68D116}">
      <dsp:nvSpPr>
        <dsp:cNvPr id="3" name="矩形 2"/>
        <dsp:cNvSpPr/>
      </dsp:nvSpPr>
      <dsp:spPr bwMode="white">
        <a:xfrm>
          <a:off x="735811" y="453235"/>
          <a:ext cx="2144543" cy="252299"/>
        </a:xfrm>
        <a:prstGeom prst="rect">
          <a:avLst/>
        </a:prstGeom>
      </dsp:spPr>
      <dsp:style>
        <a:lnRef idx="1">
          <a:schemeClr val="accent3">
            <a:hueOff val="0"/>
            <a:satOff val="0"/>
            <a:lumOff val="0"/>
            <a:alpha val="100000"/>
          </a:schemeClr>
        </a:lnRef>
        <a:fillRef idx="2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Xfrm>
        <a:off x="735811" y="453235"/>
        <a:ext cx="2144543" cy="252299"/>
      </dsp:txXfrm>
    </dsp:sp>
    <dsp:sp modelId="{3549A428-6416-480C-851B-AA7F8105A877}">
      <dsp:nvSpPr>
        <dsp:cNvPr id="4" name="矩形 3"/>
        <dsp:cNvSpPr/>
      </dsp:nvSpPr>
      <dsp:spPr bwMode="white">
        <a:xfrm>
          <a:off x="735811" y="547989"/>
          <a:ext cx="157546" cy="157546"/>
        </a:xfrm>
        <a:prstGeom prst="rect">
          <a:avLst/>
        </a:prstGeom>
      </dsp:spPr>
      <dsp:style>
        <a:lnRef idx="1">
          <a:schemeClr val="accent3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Xfrm>
        <a:off x="735811" y="547989"/>
        <a:ext cx="157546" cy="157546"/>
      </dsp:txXfrm>
    </dsp:sp>
    <dsp:sp modelId="{376583BB-EAEF-4DD2-8A92-A346560494B9}">
      <dsp:nvSpPr>
        <dsp:cNvPr id="5" name="矩形 4"/>
        <dsp:cNvSpPr/>
      </dsp:nvSpPr>
      <dsp:spPr bwMode="white">
        <a:xfrm>
          <a:off x="735811" y="0"/>
          <a:ext cx="2144543" cy="45323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8100" tIns="25400" rIns="38100" bIns="2540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dirty="0">
              <a:solidFill>
                <a:schemeClr val="tx1"/>
              </a:solidFill>
            </a:rPr>
            <a:t>Reads counting</a:t>
          </a:r>
          <a:endParaRPr lang="zh-CN" altLang="en-US" sz="2000" dirty="0">
            <a:solidFill>
              <a:schemeClr val="tx1"/>
            </a:solidFill>
          </a:endParaRPr>
        </a:p>
      </dsp:txBody>
      <dsp:txXfrm>
        <a:off x="735811" y="0"/>
        <a:ext cx="2144543" cy="453235"/>
      </dsp:txXfrm>
    </dsp:sp>
    <dsp:sp modelId="{97F9B30A-058D-4C7E-ABE6-F325B8F63B32}">
      <dsp:nvSpPr>
        <dsp:cNvPr id="6" name="矩形 5"/>
        <dsp:cNvSpPr/>
      </dsp:nvSpPr>
      <dsp:spPr bwMode="white">
        <a:xfrm>
          <a:off x="735811" y="915223"/>
          <a:ext cx="157542" cy="157542"/>
        </a:xfrm>
        <a:prstGeom prst="rect">
          <a:avLst/>
        </a:prstGeom>
      </dsp:spPr>
      <dsp:style>
        <a:lnRef idx="1">
          <a:schemeClr val="accent3">
            <a:hueOff val="0"/>
            <a:satOff val="0"/>
            <a:lumOff val="0"/>
            <a:alpha val="100000"/>
          </a:schemeClr>
        </a:lnRef>
        <a:fillRef idx="2">
          <a:schemeClr val="lt1"/>
        </a:fillRef>
        <a:effectRef idx="0">
          <a:scrgbClr r="0" g="0" b="0"/>
        </a:effectRef>
        <a:fontRef idx="minor"/>
      </dsp:style>
      <dsp:txXfrm>
        <a:off x="735811" y="915223"/>
        <a:ext cx="157542" cy="157542"/>
      </dsp:txXfrm>
    </dsp:sp>
    <dsp:sp modelId="{9C904FB5-E087-417A-A082-4340BD7EBDF2}">
      <dsp:nvSpPr>
        <dsp:cNvPr id="7" name="矩形 6"/>
        <dsp:cNvSpPr/>
      </dsp:nvSpPr>
      <dsp:spPr bwMode="white">
        <a:xfrm>
          <a:off x="885929" y="810379"/>
          <a:ext cx="1994425" cy="36723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4008" tIns="64008" rIns="64008" bIns="64008" anchor="ctr"/>
        <a:lstStyle>
          <a:lvl1pPr algn="l">
            <a:defRPr sz="900"/>
          </a:lvl1pPr>
          <a:lvl2pPr marL="57150" indent="-57150" algn="l">
            <a:defRPr sz="700"/>
          </a:lvl2pPr>
          <a:lvl3pPr marL="114300" indent="-57150" algn="l">
            <a:defRPr sz="700"/>
          </a:lvl3pPr>
          <a:lvl4pPr marL="171450" indent="-57150" algn="l">
            <a:defRPr sz="700"/>
          </a:lvl4pPr>
          <a:lvl5pPr marL="228600" indent="-57150" algn="l">
            <a:defRPr sz="700"/>
          </a:lvl5pPr>
          <a:lvl6pPr marL="285750" indent="-57150" algn="l">
            <a:defRPr sz="700"/>
          </a:lvl6pPr>
          <a:lvl7pPr marL="342900" indent="-57150" algn="l">
            <a:defRPr sz="700"/>
          </a:lvl7pPr>
          <a:lvl8pPr marL="400050" indent="-57150" algn="l">
            <a:defRPr sz="700"/>
          </a:lvl8pPr>
          <a:lvl9pPr marL="457200" indent="-57150" algn="l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tx1"/>
              </a:solidFill>
            </a:rPr>
            <a:t>只保留唯一匹配</a:t>
          </a:r>
          <a:r>
            <a:rPr lang="en-US" altLang="zh-CN" dirty="0">
              <a:solidFill>
                <a:schemeClr val="tx1"/>
              </a:solidFill>
            </a:rPr>
            <a:t>reads</a:t>
          </a:r>
          <a:endParaRPr lang="zh-CN" altLang="en-US" dirty="0">
            <a:solidFill>
              <a:schemeClr val="tx1"/>
            </a:solidFill>
          </a:endParaRPr>
        </a:p>
      </dsp:txBody>
      <dsp:txXfrm>
        <a:off x="885929" y="810379"/>
        <a:ext cx="1994425" cy="367231"/>
      </dsp:txXfrm>
    </dsp:sp>
    <dsp:sp modelId="{DEB87C21-7EA0-4D99-B248-EBC4A3B9FCA4}">
      <dsp:nvSpPr>
        <dsp:cNvPr id="8" name="矩形 7"/>
        <dsp:cNvSpPr/>
      </dsp:nvSpPr>
      <dsp:spPr bwMode="white">
        <a:xfrm>
          <a:off x="735811" y="1282454"/>
          <a:ext cx="157542" cy="157542"/>
        </a:xfrm>
        <a:prstGeom prst="rect">
          <a:avLst/>
        </a:prstGeom>
      </dsp:spPr>
      <dsp:style>
        <a:lnRef idx="1">
          <a:schemeClr val="accent3">
            <a:hueOff val="1611428"/>
            <a:satOff val="-2408"/>
            <a:lumOff val="-391"/>
            <a:alpha val="100000"/>
          </a:schemeClr>
        </a:lnRef>
        <a:fillRef idx="2">
          <a:schemeClr val="lt1"/>
        </a:fillRef>
        <a:effectRef idx="0">
          <a:scrgbClr r="0" g="0" b="0"/>
        </a:effectRef>
        <a:fontRef idx="minor"/>
      </dsp:style>
      <dsp:txXfrm>
        <a:off x="735811" y="1282454"/>
        <a:ext cx="157542" cy="157542"/>
      </dsp:txXfrm>
    </dsp:sp>
    <dsp:sp modelId="{DE3DC787-80CE-4845-BC1F-1A58EBF1F922}">
      <dsp:nvSpPr>
        <dsp:cNvPr id="9" name="矩形 8"/>
        <dsp:cNvSpPr/>
      </dsp:nvSpPr>
      <dsp:spPr bwMode="white">
        <a:xfrm>
          <a:off x="885929" y="1177610"/>
          <a:ext cx="1994425" cy="36723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4008" tIns="64008" rIns="64008" bIns="64008" anchor="ctr"/>
        <a:lstStyle>
          <a:lvl1pPr algn="l">
            <a:defRPr sz="900"/>
          </a:lvl1pPr>
          <a:lvl2pPr marL="57150" indent="-57150" algn="l">
            <a:defRPr sz="700"/>
          </a:lvl2pPr>
          <a:lvl3pPr marL="114300" indent="-57150" algn="l">
            <a:defRPr sz="700"/>
          </a:lvl3pPr>
          <a:lvl4pPr marL="171450" indent="-57150" algn="l">
            <a:defRPr sz="700"/>
          </a:lvl4pPr>
          <a:lvl5pPr marL="228600" indent="-57150" algn="l">
            <a:defRPr sz="700"/>
          </a:lvl5pPr>
          <a:lvl6pPr marL="285750" indent="-57150" algn="l">
            <a:defRPr sz="700"/>
          </a:lvl6pPr>
          <a:lvl7pPr marL="342900" indent="-57150" algn="l">
            <a:defRPr sz="700"/>
          </a:lvl7pPr>
          <a:lvl8pPr marL="400050" indent="-57150" algn="l">
            <a:defRPr sz="700"/>
          </a:lvl8pPr>
          <a:lvl9pPr marL="457200" indent="-57150" algn="l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tx1"/>
              </a:solidFill>
            </a:rPr>
            <a:t>—</a:t>
          </a:r>
          <a:r>
            <a:rPr lang="en-US" altLang="zh-CN" b="1" dirty="0" err="1">
              <a:solidFill>
                <a:schemeClr val="accent3">
                  <a:lumMod val="50000"/>
                </a:schemeClr>
              </a:solidFill>
            </a:rPr>
            <a:t>HTSeq</a:t>
          </a:r>
          <a:r>
            <a:rPr lang="en-US" altLang="zh-CN" b="1" dirty="0">
              <a:solidFill>
                <a:schemeClr val="accent3">
                  <a:lumMod val="50000"/>
                </a:schemeClr>
              </a:solidFill>
            </a:rPr>
            <a:t>-count</a:t>
          </a:r>
          <a:r>
            <a:rPr lang="zh-CN" altLang="en-US" dirty="0">
              <a:solidFill>
                <a:schemeClr val="tx1"/>
              </a:solidFill>
            </a:rPr>
            <a:t>，</a:t>
          </a:r>
          <a:r>
            <a:rPr lang="en-US" altLang="zh-CN" b="1" dirty="0" err="1">
              <a:solidFill>
                <a:schemeClr val="accent3">
                  <a:lumMod val="50000"/>
                </a:schemeClr>
              </a:solidFill>
            </a:rPr>
            <a:t>featureCounts</a:t>
          </a:r>
          <a:endParaRPr lang="zh-CN" altLang="en-US" b="1" dirty="0">
            <a:solidFill>
              <a:schemeClr val="accent3">
                <a:lumMod val="50000"/>
              </a:schemeClr>
            </a:solidFill>
          </a:endParaRPr>
        </a:p>
      </dsp:txBody>
      <dsp:txXfrm>
        <a:off x="885929" y="1177610"/>
        <a:ext cx="1994425" cy="367231"/>
      </dsp:txXfrm>
    </dsp:sp>
    <dsp:sp modelId="{BE52F593-2938-45FC-A09C-06D112F9288D}">
      <dsp:nvSpPr>
        <dsp:cNvPr id="10" name="矩形 9"/>
        <dsp:cNvSpPr/>
      </dsp:nvSpPr>
      <dsp:spPr bwMode="white">
        <a:xfrm>
          <a:off x="735811" y="1649685"/>
          <a:ext cx="157542" cy="157542"/>
        </a:xfrm>
        <a:prstGeom prst="rect">
          <a:avLst/>
        </a:prstGeom>
      </dsp:spPr>
      <dsp:style>
        <a:lnRef idx="1">
          <a:schemeClr val="accent3">
            <a:hueOff val="3222857"/>
            <a:satOff val="-4817"/>
            <a:lumOff val="-783"/>
            <a:alpha val="100000"/>
          </a:schemeClr>
        </a:lnRef>
        <a:fillRef idx="2">
          <a:schemeClr val="lt1"/>
        </a:fillRef>
        <a:effectRef idx="0">
          <a:scrgbClr r="0" g="0" b="0"/>
        </a:effectRef>
        <a:fontRef idx="minor"/>
      </dsp:style>
      <dsp:txXfrm>
        <a:off x="735811" y="1649685"/>
        <a:ext cx="157542" cy="157542"/>
      </dsp:txXfrm>
    </dsp:sp>
    <dsp:sp modelId="{10AE48FA-2FA0-46EB-AE46-BC823D96E0F2}">
      <dsp:nvSpPr>
        <dsp:cNvPr id="11" name="矩形 10"/>
        <dsp:cNvSpPr/>
      </dsp:nvSpPr>
      <dsp:spPr bwMode="white">
        <a:xfrm>
          <a:off x="885929" y="1544840"/>
          <a:ext cx="1994425" cy="36723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4008" tIns="64008" rIns="64008" bIns="64008" anchor="ctr"/>
        <a:lstStyle>
          <a:lvl1pPr algn="l">
            <a:defRPr sz="900"/>
          </a:lvl1pPr>
          <a:lvl2pPr marL="57150" indent="-57150" algn="l">
            <a:defRPr sz="700"/>
          </a:lvl2pPr>
          <a:lvl3pPr marL="114300" indent="-57150" algn="l">
            <a:defRPr sz="700"/>
          </a:lvl3pPr>
          <a:lvl4pPr marL="171450" indent="-57150" algn="l">
            <a:defRPr sz="700"/>
          </a:lvl4pPr>
          <a:lvl5pPr marL="228600" indent="-57150" algn="l">
            <a:defRPr sz="700"/>
          </a:lvl5pPr>
          <a:lvl6pPr marL="285750" indent="-57150" algn="l">
            <a:defRPr sz="700"/>
          </a:lvl6pPr>
          <a:lvl7pPr marL="342900" indent="-57150" algn="l">
            <a:defRPr sz="700"/>
          </a:lvl7pPr>
          <a:lvl8pPr marL="400050" indent="-57150" algn="l">
            <a:defRPr sz="700"/>
          </a:lvl8pPr>
          <a:lvl9pPr marL="457200" indent="-57150" algn="l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tx1"/>
              </a:solidFill>
            </a:rPr>
            <a:t>保留多重匹配</a:t>
          </a:r>
          <a:r>
            <a:rPr lang="en-US" altLang="zh-CN" dirty="0">
              <a:solidFill>
                <a:schemeClr val="tx1"/>
              </a:solidFill>
            </a:rPr>
            <a:t>reads</a:t>
          </a:r>
          <a:endParaRPr lang="zh-CN" altLang="en-US" dirty="0">
            <a:solidFill>
              <a:schemeClr val="tx1"/>
            </a:solidFill>
          </a:endParaRPr>
        </a:p>
      </dsp:txBody>
      <dsp:txXfrm>
        <a:off x="885929" y="1544840"/>
        <a:ext cx="1994425" cy="367231"/>
      </dsp:txXfrm>
    </dsp:sp>
    <dsp:sp modelId="{B88FCB4F-AD47-45F4-B259-A637FCCF2119}">
      <dsp:nvSpPr>
        <dsp:cNvPr id="12" name="矩形 11"/>
        <dsp:cNvSpPr/>
      </dsp:nvSpPr>
      <dsp:spPr bwMode="white">
        <a:xfrm>
          <a:off x="735811" y="2016916"/>
          <a:ext cx="157542" cy="157542"/>
        </a:xfrm>
        <a:prstGeom prst="rect">
          <a:avLst/>
        </a:prstGeom>
      </dsp:spPr>
      <dsp:style>
        <a:lnRef idx="1">
          <a:schemeClr val="accent3">
            <a:hueOff val="4834285"/>
            <a:satOff val="-7226"/>
            <a:lumOff val="-1175"/>
            <a:alpha val="100000"/>
          </a:schemeClr>
        </a:lnRef>
        <a:fillRef idx="2">
          <a:schemeClr val="lt1"/>
        </a:fillRef>
        <a:effectRef idx="0">
          <a:scrgbClr r="0" g="0" b="0"/>
        </a:effectRef>
        <a:fontRef idx="minor"/>
      </dsp:style>
      <dsp:txXfrm>
        <a:off x="735811" y="2016916"/>
        <a:ext cx="157542" cy="157542"/>
      </dsp:txXfrm>
    </dsp:sp>
    <dsp:sp modelId="{4427868E-82FA-4B97-9057-8023A18728CF}">
      <dsp:nvSpPr>
        <dsp:cNvPr id="13" name="矩形 12"/>
        <dsp:cNvSpPr/>
      </dsp:nvSpPr>
      <dsp:spPr bwMode="white">
        <a:xfrm>
          <a:off x="885929" y="1912071"/>
          <a:ext cx="1994425" cy="36723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4008" tIns="64008" rIns="64008" bIns="64008" anchor="ctr"/>
        <a:lstStyle>
          <a:lvl1pPr algn="l">
            <a:defRPr sz="900"/>
          </a:lvl1pPr>
          <a:lvl2pPr marL="57150" indent="-57150" algn="l">
            <a:defRPr sz="700"/>
          </a:lvl2pPr>
          <a:lvl3pPr marL="114300" indent="-57150" algn="l">
            <a:defRPr sz="700"/>
          </a:lvl3pPr>
          <a:lvl4pPr marL="171450" indent="-57150" algn="l">
            <a:defRPr sz="700"/>
          </a:lvl4pPr>
          <a:lvl5pPr marL="228600" indent="-57150" algn="l">
            <a:defRPr sz="700"/>
          </a:lvl5pPr>
          <a:lvl6pPr marL="285750" indent="-57150" algn="l">
            <a:defRPr sz="700"/>
          </a:lvl6pPr>
          <a:lvl7pPr marL="342900" indent="-57150" algn="l">
            <a:defRPr sz="700"/>
          </a:lvl7pPr>
          <a:lvl8pPr marL="400050" indent="-57150" algn="l">
            <a:defRPr sz="700"/>
          </a:lvl8pPr>
          <a:lvl9pPr marL="457200" indent="-57150" algn="l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tx1"/>
              </a:solidFill>
            </a:rPr>
            <a:t>—</a:t>
          </a:r>
          <a:r>
            <a:rPr lang="en-US" altLang="zh-CN" b="1" dirty="0">
              <a:solidFill>
                <a:schemeClr val="accent3">
                  <a:lumMod val="50000"/>
                </a:schemeClr>
              </a:solidFill>
            </a:rPr>
            <a:t>Cufflinks</a:t>
          </a:r>
          <a:r>
            <a:rPr lang="zh-CN" altLang="en-US" dirty="0">
              <a:solidFill>
                <a:schemeClr val="tx1"/>
              </a:solidFill>
            </a:rPr>
            <a:t>，</a:t>
          </a:r>
          <a:r>
            <a:rPr lang="en-US" altLang="zh-CN" b="1" dirty="0" err="1">
              <a:solidFill>
                <a:schemeClr val="accent3">
                  <a:lumMod val="50000"/>
                </a:schemeClr>
              </a:solidFill>
            </a:rPr>
            <a:t>StringTie</a:t>
          </a:r>
          <a:r>
            <a:rPr lang="zh-CN" altLang="en-US" dirty="0">
              <a:solidFill>
                <a:schemeClr val="tx1"/>
              </a:solidFill>
            </a:rPr>
            <a:t>，</a:t>
          </a:r>
          <a:r>
            <a:rPr lang="en-US" altLang="zh-CN" b="1" dirty="0">
              <a:solidFill>
                <a:schemeClr val="accent3">
                  <a:lumMod val="50000"/>
                </a:schemeClr>
              </a:solidFill>
            </a:rPr>
            <a:t>RSEM</a:t>
          </a:r>
          <a:endParaRPr lang="zh-CN" altLang="en-US" b="1" dirty="0">
            <a:solidFill>
              <a:schemeClr val="accent3">
                <a:lumMod val="50000"/>
              </a:schemeClr>
            </a:solidFill>
          </a:endParaRPr>
        </a:p>
      </dsp:txBody>
      <dsp:txXfrm>
        <a:off x="885929" y="1912071"/>
        <a:ext cx="1994425" cy="367231"/>
      </dsp:txXfrm>
    </dsp:sp>
    <dsp:sp modelId="{344F0941-A9ED-4444-8538-C8BE26C93533}">
      <dsp:nvSpPr>
        <dsp:cNvPr id="14" name="矩形 13"/>
        <dsp:cNvSpPr/>
      </dsp:nvSpPr>
      <dsp:spPr bwMode="white">
        <a:xfrm>
          <a:off x="2987581" y="453235"/>
          <a:ext cx="2144543" cy="252299"/>
        </a:xfrm>
        <a:prstGeom prst="rect">
          <a:avLst/>
        </a:prstGeom>
      </dsp:spPr>
      <dsp:style>
        <a:lnRef idx="1">
          <a:schemeClr val="accent3">
            <a:hueOff val="11280000"/>
            <a:satOff val="-16862"/>
            <a:lumOff val="-2744"/>
            <a:alpha val="100000"/>
          </a:schemeClr>
        </a:lnRef>
        <a:fillRef idx="2">
          <a:schemeClr val="accent3">
            <a:hueOff val="11280000"/>
            <a:satOff val="-16862"/>
            <a:lumOff val="-2744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Xfrm>
        <a:off x="2987581" y="453235"/>
        <a:ext cx="2144543" cy="252299"/>
      </dsp:txXfrm>
    </dsp:sp>
    <dsp:sp modelId="{515D8091-7E85-40EF-BDF9-BA220E6DC07D}">
      <dsp:nvSpPr>
        <dsp:cNvPr id="15" name="矩形 14"/>
        <dsp:cNvSpPr/>
      </dsp:nvSpPr>
      <dsp:spPr bwMode="white">
        <a:xfrm>
          <a:off x="2987581" y="547989"/>
          <a:ext cx="157546" cy="157546"/>
        </a:xfrm>
        <a:prstGeom prst="rect">
          <a:avLst/>
        </a:prstGeom>
      </dsp:spPr>
      <dsp:style>
        <a:lnRef idx="1">
          <a:schemeClr val="accent3">
            <a:hueOff val="11280000"/>
            <a:satOff val="-16862"/>
            <a:lumOff val="-2744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Xfrm>
        <a:off x="2987581" y="547989"/>
        <a:ext cx="157546" cy="157546"/>
      </dsp:txXfrm>
    </dsp:sp>
    <dsp:sp modelId="{B1433F75-BE4A-4803-B936-299E01C913E1}">
      <dsp:nvSpPr>
        <dsp:cNvPr id="16" name="矩形 15"/>
        <dsp:cNvSpPr/>
      </dsp:nvSpPr>
      <dsp:spPr bwMode="white">
        <a:xfrm>
          <a:off x="2987581" y="0"/>
          <a:ext cx="2144543" cy="45323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8100" tIns="25400" rIns="38100" bIns="2540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dirty="0">
              <a:solidFill>
                <a:schemeClr val="tx1"/>
              </a:solidFill>
            </a:rPr>
            <a:t>Normalization</a:t>
          </a:r>
          <a:endParaRPr lang="zh-CN" altLang="en-US" sz="2000" dirty="0">
            <a:solidFill>
              <a:schemeClr val="tx1"/>
            </a:solidFill>
          </a:endParaRPr>
        </a:p>
      </dsp:txBody>
      <dsp:txXfrm>
        <a:off x="2987581" y="0"/>
        <a:ext cx="2144543" cy="453235"/>
      </dsp:txXfrm>
    </dsp:sp>
    <dsp:sp modelId="{0FE0AF72-9D96-46CC-8C13-F5C6477A8FBA}">
      <dsp:nvSpPr>
        <dsp:cNvPr id="17" name="矩形 16"/>
        <dsp:cNvSpPr/>
      </dsp:nvSpPr>
      <dsp:spPr bwMode="white">
        <a:xfrm>
          <a:off x="2987581" y="915223"/>
          <a:ext cx="157542" cy="157542"/>
        </a:xfrm>
        <a:prstGeom prst="rect">
          <a:avLst/>
        </a:prstGeom>
      </dsp:spPr>
      <dsp:style>
        <a:lnRef idx="1">
          <a:schemeClr val="accent3">
            <a:hueOff val="6445714"/>
            <a:satOff val="-9635"/>
            <a:lumOff val="-1568"/>
            <a:alpha val="100000"/>
          </a:schemeClr>
        </a:lnRef>
        <a:fillRef idx="2">
          <a:schemeClr val="lt1"/>
        </a:fillRef>
        <a:effectRef idx="0">
          <a:scrgbClr r="0" g="0" b="0"/>
        </a:effectRef>
        <a:fontRef idx="minor"/>
      </dsp:style>
      <dsp:txXfrm>
        <a:off x="2987581" y="915223"/>
        <a:ext cx="157542" cy="157542"/>
      </dsp:txXfrm>
    </dsp:sp>
    <dsp:sp modelId="{B0E82404-BC60-48C2-BD74-5282BF089D2F}">
      <dsp:nvSpPr>
        <dsp:cNvPr id="18" name="矩形 17"/>
        <dsp:cNvSpPr/>
      </dsp:nvSpPr>
      <dsp:spPr bwMode="white">
        <a:xfrm>
          <a:off x="3137699" y="810379"/>
          <a:ext cx="1994425" cy="36723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4008" tIns="64008" rIns="64008" bIns="64008" anchor="ctr"/>
        <a:lstStyle>
          <a:lvl1pPr algn="l">
            <a:defRPr sz="900"/>
          </a:lvl1pPr>
          <a:lvl2pPr marL="57150" indent="-57150" algn="l">
            <a:defRPr sz="700"/>
          </a:lvl2pPr>
          <a:lvl3pPr marL="114300" indent="-57150" algn="l">
            <a:defRPr sz="700"/>
          </a:lvl3pPr>
          <a:lvl4pPr marL="171450" indent="-57150" algn="l">
            <a:defRPr sz="700"/>
          </a:lvl4pPr>
          <a:lvl5pPr marL="228600" indent="-57150" algn="l">
            <a:defRPr sz="700"/>
          </a:lvl5pPr>
          <a:lvl6pPr marL="285750" indent="-57150" algn="l">
            <a:defRPr sz="700"/>
          </a:lvl6pPr>
          <a:lvl7pPr marL="342900" indent="-57150" algn="l">
            <a:defRPr sz="700"/>
          </a:lvl7pPr>
          <a:lvl8pPr marL="400050" indent="-57150" algn="l">
            <a:defRPr sz="700"/>
          </a:lvl8pPr>
          <a:lvl9pPr marL="457200" indent="-57150" algn="l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tx1"/>
              </a:solidFill>
            </a:rPr>
            <a:t>RPKM</a:t>
          </a:r>
          <a:r>
            <a:rPr lang="zh-CN" altLang="en-US" dirty="0">
              <a:solidFill>
                <a:schemeClr val="tx1"/>
              </a:solidFill>
            </a:rPr>
            <a:t>，</a:t>
          </a:r>
          <a:r>
            <a:rPr lang="en-US" altLang="zh-CN" dirty="0">
              <a:solidFill>
                <a:schemeClr val="tx1"/>
              </a:solidFill>
            </a:rPr>
            <a:t>FPKM</a:t>
          </a:r>
          <a:r>
            <a:rPr lang="zh-CN" altLang="en-US" dirty="0">
              <a:solidFill>
                <a:schemeClr val="tx1"/>
              </a:solidFill>
            </a:rPr>
            <a:t>，</a:t>
          </a:r>
          <a:r>
            <a:rPr lang="en-US" altLang="zh-CN" dirty="0">
              <a:solidFill>
                <a:schemeClr val="tx1"/>
              </a:solidFill>
            </a:rPr>
            <a:t>TPM</a:t>
          </a:r>
          <a:endParaRPr lang="zh-CN" altLang="en-US" dirty="0">
            <a:solidFill>
              <a:schemeClr val="tx1"/>
            </a:solidFill>
          </a:endParaRPr>
        </a:p>
      </dsp:txBody>
      <dsp:txXfrm>
        <a:off x="3137699" y="810379"/>
        <a:ext cx="1994425" cy="367231"/>
      </dsp:txXfrm>
    </dsp:sp>
    <dsp:sp modelId="{25D5DA81-854F-4698-9768-8EDAD7586AF5}">
      <dsp:nvSpPr>
        <dsp:cNvPr id="19" name="矩形 18"/>
        <dsp:cNvSpPr/>
      </dsp:nvSpPr>
      <dsp:spPr bwMode="white">
        <a:xfrm>
          <a:off x="2987581" y="1282454"/>
          <a:ext cx="157542" cy="157542"/>
        </a:xfrm>
        <a:prstGeom prst="rect">
          <a:avLst/>
        </a:prstGeom>
      </dsp:spPr>
      <dsp:style>
        <a:lnRef idx="1">
          <a:schemeClr val="accent3">
            <a:hueOff val="8057142"/>
            <a:satOff val="-12044"/>
            <a:lumOff val="-1960"/>
            <a:alpha val="100000"/>
          </a:schemeClr>
        </a:lnRef>
        <a:fillRef idx="2">
          <a:schemeClr val="lt1"/>
        </a:fillRef>
        <a:effectRef idx="0">
          <a:scrgbClr r="0" g="0" b="0"/>
        </a:effectRef>
        <a:fontRef idx="minor"/>
      </dsp:style>
      <dsp:txXfrm>
        <a:off x="2987581" y="1282454"/>
        <a:ext cx="157542" cy="157542"/>
      </dsp:txXfrm>
    </dsp:sp>
    <dsp:sp modelId="{81E74DE3-B994-46F1-9066-19F2196D1202}">
      <dsp:nvSpPr>
        <dsp:cNvPr id="20" name="矩形 19"/>
        <dsp:cNvSpPr/>
      </dsp:nvSpPr>
      <dsp:spPr bwMode="white">
        <a:xfrm>
          <a:off x="3137699" y="1177610"/>
          <a:ext cx="1994425" cy="36723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4008" tIns="64008" rIns="64008" bIns="64008" anchor="ctr"/>
        <a:lstStyle>
          <a:lvl1pPr algn="l">
            <a:defRPr sz="900"/>
          </a:lvl1pPr>
          <a:lvl2pPr marL="57150" indent="-57150" algn="l">
            <a:defRPr sz="700"/>
          </a:lvl2pPr>
          <a:lvl3pPr marL="114300" indent="-57150" algn="l">
            <a:defRPr sz="700"/>
          </a:lvl3pPr>
          <a:lvl4pPr marL="171450" indent="-57150" algn="l">
            <a:defRPr sz="700"/>
          </a:lvl4pPr>
          <a:lvl5pPr marL="228600" indent="-57150" algn="l">
            <a:defRPr sz="700"/>
          </a:lvl5pPr>
          <a:lvl6pPr marL="285750" indent="-57150" algn="l">
            <a:defRPr sz="700"/>
          </a:lvl6pPr>
          <a:lvl7pPr marL="342900" indent="-57150" algn="l">
            <a:defRPr sz="700"/>
          </a:lvl7pPr>
          <a:lvl8pPr marL="400050" indent="-57150" algn="l">
            <a:defRPr sz="700"/>
          </a:lvl8pPr>
          <a:lvl9pPr marL="457200" indent="-57150" algn="l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tx1"/>
              </a:solidFill>
            </a:rPr>
            <a:t>—</a:t>
          </a:r>
          <a:r>
            <a:rPr lang="zh-CN" altLang="en-US" dirty="0">
              <a:solidFill>
                <a:schemeClr val="tx1"/>
              </a:solidFill>
            </a:rPr>
            <a:t>校正测序深度、基因长度</a:t>
          </a:r>
          <a:endParaRPr>
            <a:solidFill>
              <a:schemeClr val="tx1"/>
            </a:solidFill>
          </a:endParaRPr>
        </a:p>
      </dsp:txBody>
      <dsp:txXfrm>
        <a:off x="3137699" y="1177610"/>
        <a:ext cx="1994425" cy="367231"/>
      </dsp:txXfrm>
    </dsp:sp>
    <dsp:sp modelId="{9E6D4A31-7B3E-46C5-94AE-6BC35A2B469D}">
      <dsp:nvSpPr>
        <dsp:cNvPr id="21" name="矩形 20"/>
        <dsp:cNvSpPr/>
      </dsp:nvSpPr>
      <dsp:spPr bwMode="white">
        <a:xfrm>
          <a:off x="2987581" y="1649685"/>
          <a:ext cx="157542" cy="157542"/>
        </a:xfrm>
        <a:prstGeom prst="rect">
          <a:avLst/>
        </a:prstGeom>
      </dsp:spPr>
      <dsp:style>
        <a:lnRef idx="1">
          <a:schemeClr val="accent3">
            <a:hueOff val="9668571"/>
            <a:satOff val="-14453"/>
            <a:lumOff val="-2352"/>
            <a:alpha val="100000"/>
          </a:schemeClr>
        </a:lnRef>
        <a:fillRef idx="2">
          <a:schemeClr val="lt1"/>
        </a:fillRef>
        <a:effectRef idx="0">
          <a:scrgbClr r="0" g="0" b="0"/>
        </a:effectRef>
        <a:fontRef idx="minor"/>
      </dsp:style>
      <dsp:txXfrm>
        <a:off x="2987581" y="1649685"/>
        <a:ext cx="157542" cy="157542"/>
      </dsp:txXfrm>
    </dsp:sp>
    <dsp:sp modelId="{8343CDA0-D67A-495D-B85F-E9E716F5B84B}">
      <dsp:nvSpPr>
        <dsp:cNvPr id="22" name="矩形 21"/>
        <dsp:cNvSpPr/>
      </dsp:nvSpPr>
      <dsp:spPr bwMode="white">
        <a:xfrm>
          <a:off x="3137699" y="1544840"/>
          <a:ext cx="1994425" cy="36723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4008" tIns="64008" rIns="64008" bIns="64008" anchor="ctr"/>
        <a:lstStyle>
          <a:lvl1pPr algn="l">
            <a:defRPr sz="900"/>
          </a:lvl1pPr>
          <a:lvl2pPr marL="57150" indent="-57150" algn="l">
            <a:defRPr sz="700"/>
          </a:lvl2pPr>
          <a:lvl3pPr marL="114300" indent="-57150" algn="l">
            <a:defRPr sz="700"/>
          </a:lvl3pPr>
          <a:lvl4pPr marL="171450" indent="-57150" algn="l">
            <a:defRPr sz="700"/>
          </a:lvl4pPr>
          <a:lvl5pPr marL="228600" indent="-57150" algn="l">
            <a:defRPr sz="700"/>
          </a:lvl5pPr>
          <a:lvl6pPr marL="285750" indent="-57150" algn="l">
            <a:defRPr sz="700"/>
          </a:lvl6pPr>
          <a:lvl7pPr marL="342900" indent="-57150" algn="l">
            <a:defRPr sz="700"/>
          </a:lvl7pPr>
          <a:lvl8pPr marL="400050" indent="-57150" algn="l">
            <a:defRPr sz="700"/>
          </a:lvl8pPr>
          <a:lvl9pPr marL="457200" indent="-57150" algn="l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 err="1">
              <a:solidFill>
                <a:schemeClr val="accent3">
                  <a:lumMod val="50000"/>
                </a:schemeClr>
              </a:solidFill>
            </a:rPr>
            <a:t>DESeq</a:t>
          </a:r>
          <a:r>
            <a:rPr lang="en-US" altLang="zh-CN" dirty="0">
              <a:solidFill>
                <a:schemeClr val="tx1"/>
              </a:solidFill>
            </a:rPr>
            <a:t>/</a:t>
          </a:r>
          <a:r>
            <a:rPr lang="en-US" altLang="zh-CN" b="1" dirty="0" err="1">
              <a:solidFill>
                <a:schemeClr val="accent3">
                  <a:lumMod val="50000"/>
                </a:schemeClr>
              </a:solidFill>
            </a:rPr>
            <a:t>edgeR</a:t>
          </a:r>
          <a:r>
            <a:rPr lang="en-US" altLang="zh-CN" dirty="0">
              <a:solidFill>
                <a:schemeClr val="tx1"/>
              </a:solidFill>
            </a:rPr>
            <a:t>(TMM)</a:t>
          </a:r>
          <a:endParaRPr lang="zh-CN" altLang="en-US" dirty="0">
            <a:solidFill>
              <a:schemeClr val="tx1"/>
            </a:solidFill>
          </a:endParaRPr>
        </a:p>
      </dsp:txBody>
      <dsp:txXfrm>
        <a:off x="3137699" y="1544840"/>
        <a:ext cx="1994425" cy="367231"/>
      </dsp:txXfrm>
    </dsp:sp>
    <dsp:sp modelId="{C6C140D1-6E36-4765-A832-A6B4365DB089}">
      <dsp:nvSpPr>
        <dsp:cNvPr id="23" name="矩形 22"/>
        <dsp:cNvSpPr/>
      </dsp:nvSpPr>
      <dsp:spPr bwMode="white">
        <a:xfrm>
          <a:off x="2987581" y="2016916"/>
          <a:ext cx="157542" cy="157542"/>
        </a:xfrm>
        <a:prstGeom prst="rect">
          <a:avLst/>
        </a:prstGeom>
      </dsp:spPr>
      <dsp:style>
        <a:lnRef idx="1">
          <a:schemeClr val="accent3">
            <a:hueOff val="11280000"/>
            <a:satOff val="-16862"/>
            <a:lumOff val="-2744"/>
            <a:alpha val="100000"/>
          </a:schemeClr>
        </a:lnRef>
        <a:fillRef idx="2">
          <a:schemeClr val="lt1"/>
        </a:fillRef>
        <a:effectRef idx="0">
          <a:scrgbClr r="0" g="0" b="0"/>
        </a:effectRef>
        <a:fontRef idx="minor"/>
      </dsp:style>
      <dsp:txXfrm>
        <a:off x="2987581" y="2016916"/>
        <a:ext cx="157542" cy="157542"/>
      </dsp:txXfrm>
    </dsp:sp>
    <dsp:sp modelId="{5DEAD579-A4A4-4A58-8442-31A178EEFC03}">
      <dsp:nvSpPr>
        <dsp:cNvPr id="24" name="矩形 23"/>
        <dsp:cNvSpPr/>
      </dsp:nvSpPr>
      <dsp:spPr bwMode="white">
        <a:xfrm>
          <a:off x="3137699" y="1912071"/>
          <a:ext cx="1994425" cy="36723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4008" tIns="64008" rIns="64008" bIns="64008" anchor="ctr"/>
        <a:lstStyle>
          <a:lvl1pPr algn="l">
            <a:defRPr sz="900"/>
          </a:lvl1pPr>
          <a:lvl2pPr marL="57150" indent="-57150" algn="l">
            <a:defRPr sz="700"/>
          </a:lvl2pPr>
          <a:lvl3pPr marL="114300" indent="-57150" algn="l">
            <a:defRPr sz="700"/>
          </a:lvl3pPr>
          <a:lvl4pPr marL="171450" indent="-57150" algn="l">
            <a:defRPr sz="700"/>
          </a:lvl4pPr>
          <a:lvl5pPr marL="228600" indent="-57150" algn="l">
            <a:defRPr sz="700"/>
          </a:lvl5pPr>
          <a:lvl6pPr marL="285750" indent="-57150" algn="l">
            <a:defRPr sz="700"/>
          </a:lvl6pPr>
          <a:lvl7pPr marL="342900" indent="-57150" algn="l">
            <a:defRPr sz="700"/>
          </a:lvl7pPr>
          <a:lvl8pPr marL="400050" indent="-57150" algn="l">
            <a:defRPr sz="700"/>
          </a:lvl8pPr>
          <a:lvl9pPr marL="457200" indent="-57150" algn="l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tx1"/>
              </a:solidFill>
            </a:rPr>
            <a:t>—</a:t>
          </a:r>
          <a:r>
            <a:rPr lang="zh-CN" altLang="en-US" dirty="0">
              <a:solidFill>
                <a:schemeClr val="tx1"/>
              </a:solidFill>
            </a:rPr>
            <a:t>校正异常高表达基因</a:t>
          </a:r>
          <a:endParaRPr>
            <a:solidFill>
              <a:schemeClr val="tx1"/>
            </a:solidFill>
          </a:endParaRPr>
        </a:p>
      </dsp:txBody>
      <dsp:txXfrm>
        <a:off x="3137699" y="1912071"/>
        <a:ext cx="1994425" cy="3672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495540" cy="4389120"/>
        <a:chOff x="0" y="0"/>
        <a:chExt cx="7495540" cy="4389120"/>
      </a:xfrm>
    </dsp:grpSpPr>
    <dsp:sp modelId="{C28D4FBE-AEC4-4AFA-B223-4C082DC7C72D}">
      <dsp:nvSpPr>
        <dsp:cNvPr id="3" name="圆角矩形 2"/>
        <dsp:cNvSpPr/>
      </dsp:nvSpPr>
      <dsp:spPr bwMode="white">
        <a:xfrm>
          <a:off x="586102" y="156"/>
          <a:ext cx="1976219" cy="1362187"/>
        </a:xfrm>
        <a:prstGeom prst="roundRect">
          <a:avLst/>
        </a:prstGeom>
        <a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sp:spPr>
      <dsp:style>
        <a:lnRef idx="3">
          <a:schemeClr val="accent3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586102" y="156"/>
        <a:ext cx="1976219" cy="1362187"/>
      </dsp:txXfrm>
    </dsp:sp>
    <dsp:sp modelId="{FE2AAF77-63C8-4A88-A6CE-56BE555EBC48}">
      <dsp:nvSpPr>
        <dsp:cNvPr id="4" name="矩形 3"/>
        <dsp:cNvSpPr/>
      </dsp:nvSpPr>
      <dsp:spPr bwMode="white">
        <a:xfrm>
          <a:off x="586102" y="1362343"/>
          <a:ext cx="1976219" cy="73348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28016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 err="1">
              <a:solidFill>
                <a:schemeClr val="tx1"/>
              </a:solidFill>
              <a:hlinkClick r:id="rId2"/>
            </a:rPr>
            <a:t>agriGO</a:t>
          </a:r>
          <a:endParaRPr lang="zh-CN" altLang="en-US" sz="1800" dirty="0">
            <a:solidFill>
              <a:schemeClr val="tx1"/>
            </a:solidFill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dirty="0">
              <a:solidFill>
                <a:schemeClr val="tx1"/>
              </a:solidFill>
            </a:rPr>
            <a:t>植物基因富集专用</a:t>
          </a:r>
          <a:endParaRPr>
            <a:solidFill>
              <a:schemeClr val="tx1"/>
            </a:solidFill>
          </a:endParaRPr>
        </a:p>
      </dsp:txBody>
      <dsp:txXfrm>
        <a:off x="586102" y="1362343"/>
        <a:ext cx="1976219" cy="733485"/>
      </dsp:txXfrm>
    </dsp:sp>
    <dsp:sp modelId="{C0FAA341-CFE4-47F4-86FF-088CC83036DE}">
      <dsp:nvSpPr>
        <dsp:cNvPr id="5" name="圆角矩形 4"/>
        <dsp:cNvSpPr/>
      </dsp:nvSpPr>
      <dsp:spPr bwMode="white">
        <a:xfrm>
          <a:off x="2760026" y="156"/>
          <a:ext cx="1976219" cy="1362187"/>
        </a:xfrm>
        <a:prstGeom prst="roundRect">
          <a:avLst/>
        </a:prstGeom>
        <a:blipFill>
          <a:blip r:embed="rId3"/>
          <a:srcRect/>
          <a:stretch>
            <a:fillRect t="-2000" b="-2000"/>
          </a:stretch>
        </a:blipFill>
      </dsp:spPr>
      <dsp:style>
        <a:lnRef idx="3">
          <a:schemeClr val="accent3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2760026" y="156"/>
        <a:ext cx="1976219" cy="1362187"/>
      </dsp:txXfrm>
    </dsp:sp>
    <dsp:sp modelId="{20842CF0-6838-43A2-9A59-4A3B07118BB0}">
      <dsp:nvSpPr>
        <dsp:cNvPr id="6" name="矩形 5"/>
        <dsp:cNvSpPr/>
      </dsp:nvSpPr>
      <dsp:spPr bwMode="white">
        <a:xfrm>
          <a:off x="2760026" y="1362343"/>
          <a:ext cx="1976219" cy="73348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28016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>
              <a:solidFill>
                <a:schemeClr val="tx1"/>
              </a:solidFill>
              <a:hlinkClick r:id="rId4"/>
            </a:rPr>
            <a:t>WEGO</a:t>
          </a:r>
          <a:endParaRPr lang="zh-CN" altLang="en-US" sz="1800" dirty="0">
            <a:solidFill>
              <a:schemeClr val="tx1"/>
            </a:solidFill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dirty="0">
              <a:solidFill>
                <a:schemeClr val="tx1"/>
              </a:solidFill>
            </a:rPr>
            <a:t>富集结果可视化</a:t>
          </a:r>
          <a:endParaRPr>
            <a:solidFill>
              <a:schemeClr val="tx1"/>
            </a:solidFill>
          </a:endParaRPr>
        </a:p>
      </dsp:txBody>
      <dsp:txXfrm>
        <a:off x="2760026" y="1362343"/>
        <a:ext cx="1976219" cy="733485"/>
      </dsp:txXfrm>
    </dsp:sp>
    <dsp:sp modelId="{89852A8B-F149-42EC-A321-A4BB6AA89FA5}">
      <dsp:nvSpPr>
        <dsp:cNvPr id="7" name="圆角矩形 6"/>
        <dsp:cNvSpPr/>
      </dsp:nvSpPr>
      <dsp:spPr bwMode="white">
        <a:xfrm>
          <a:off x="4933950" y="156"/>
          <a:ext cx="1976219" cy="1362187"/>
        </a:xfrm>
        <a:prstGeom prst="roundRect">
          <a:avLst/>
        </a:prstGeom>
        <a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sp:spPr>
      <dsp:style>
        <a:lnRef idx="3">
          <a:schemeClr val="accent3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4933950" y="156"/>
        <a:ext cx="1976219" cy="1362187"/>
      </dsp:txXfrm>
    </dsp:sp>
    <dsp:sp modelId="{4BFD2A37-DCA9-4634-AC14-96FA5688C1F9}">
      <dsp:nvSpPr>
        <dsp:cNvPr id="8" name="矩形 7"/>
        <dsp:cNvSpPr/>
      </dsp:nvSpPr>
      <dsp:spPr bwMode="white">
        <a:xfrm>
          <a:off x="4933950" y="1362343"/>
          <a:ext cx="1976219" cy="73348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28016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 err="1">
              <a:solidFill>
                <a:schemeClr val="tx1"/>
              </a:solidFill>
              <a:hlinkClick r:id="rId6"/>
            </a:rPr>
            <a:t>clusterProfiler</a:t>
          </a:r>
          <a:endParaRPr lang="zh-CN" altLang="en-US" sz="1800" dirty="0">
            <a:solidFill>
              <a:schemeClr val="tx1"/>
            </a:solidFill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dirty="0">
              <a:solidFill>
                <a:schemeClr val="tx1"/>
              </a:solidFill>
            </a:rPr>
            <a:t>实时抓取；富集方法全面；</a:t>
          </a:r>
          <a:r>
            <a:rPr lang="en-US" altLang="zh-CN" sz="1400" dirty="0">
              <a:solidFill>
                <a:schemeClr val="tx1"/>
              </a:solidFill>
            </a:rPr>
            <a:t>R</a:t>
          </a:r>
          <a:r>
            <a:rPr lang="zh-CN" altLang="en-US" sz="1400" dirty="0">
              <a:solidFill>
                <a:schemeClr val="tx1"/>
              </a:solidFill>
            </a:rPr>
            <a:t>语言</a:t>
          </a:r>
          <a:endParaRPr>
            <a:solidFill>
              <a:schemeClr val="tx1"/>
            </a:solidFill>
          </a:endParaRPr>
        </a:p>
      </dsp:txBody>
      <dsp:txXfrm>
        <a:off x="4933950" y="1362343"/>
        <a:ext cx="1976219" cy="733485"/>
      </dsp:txXfrm>
    </dsp:sp>
    <dsp:sp modelId="{96A113D5-CDD2-4CE8-A148-68569EC9057F}">
      <dsp:nvSpPr>
        <dsp:cNvPr id="9" name="圆角矩形 8"/>
        <dsp:cNvSpPr/>
      </dsp:nvSpPr>
      <dsp:spPr bwMode="white">
        <a:xfrm>
          <a:off x="1672939" y="2293291"/>
          <a:ext cx="1976219" cy="1362187"/>
        </a:xfrm>
        <a:prstGeom prst="roundRect">
          <a:avLst/>
        </a:prstGeom>
        <a:blipFill>
          <a:blip r:embed="rId7"/>
          <a:srcRect/>
          <a:stretch>
            <a:fillRect l="-30000" r="-30000"/>
          </a:stretch>
        </a:blipFill>
      </dsp:spPr>
      <dsp:style>
        <a:lnRef idx="3">
          <a:schemeClr val="accent3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1672939" y="2293291"/>
        <a:ext cx="1976219" cy="1362187"/>
      </dsp:txXfrm>
    </dsp:sp>
    <dsp:sp modelId="{92AFE27E-2F7F-4102-81FC-85E426BB4454}">
      <dsp:nvSpPr>
        <dsp:cNvPr id="10" name="矩形 9"/>
        <dsp:cNvSpPr/>
      </dsp:nvSpPr>
      <dsp:spPr bwMode="white">
        <a:xfrm>
          <a:off x="1672939" y="3655478"/>
          <a:ext cx="1976219" cy="73348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28016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 err="1">
              <a:solidFill>
                <a:schemeClr val="tx1"/>
              </a:solidFill>
              <a:hlinkClick r:id="rId8"/>
            </a:rPr>
            <a:t>MetaScape</a:t>
          </a:r>
          <a:endParaRPr lang="zh-CN" altLang="en-US" sz="1800" dirty="0">
            <a:solidFill>
              <a:schemeClr val="tx1"/>
            </a:solidFill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dirty="0">
              <a:solidFill>
                <a:schemeClr val="tx1"/>
              </a:solidFill>
            </a:rPr>
            <a:t>操作简单；可视化效果好；物种较少</a:t>
          </a:r>
          <a:endParaRPr>
            <a:solidFill>
              <a:schemeClr val="tx1"/>
            </a:solidFill>
          </a:endParaRPr>
        </a:p>
      </dsp:txBody>
      <dsp:txXfrm>
        <a:off x="1672939" y="3655478"/>
        <a:ext cx="1976219" cy="733485"/>
      </dsp:txXfrm>
    </dsp:sp>
    <dsp:sp modelId="{A27291DE-1D3E-4CAF-A411-6B622E6F27F5}">
      <dsp:nvSpPr>
        <dsp:cNvPr id="11" name="圆角矩形 10"/>
        <dsp:cNvSpPr/>
      </dsp:nvSpPr>
      <dsp:spPr bwMode="white">
        <a:xfrm>
          <a:off x="3846863" y="2293291"/>
          <a:ext cx="1976219" cy="1362187"/>
        </a:xfrm>
        <a:prstGeom prst="roundRect">
          <a:avLst/>
        </a:prstGeom>
        <a:blipFill>
          <a:blip r:embed="rId9"/>
          <a:stretch>
            <a:fillRect/>
          </a:stretch>
        </a:blipFill>
      </dsp:spPr>
      <dsp:style>
        <a:lnRef idx="3">
          <a:schemeClr val="accent3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3846863" y="2293291"/>
        <a:ext cx="1976219" cy="1362187"/>
      </dsp:txXfrm>
    </dsp:sp>
    <dsp:sp modelId="{7DD0D367-9D48-4D4C-9B0B-D5C3CF60B21B}">
      <dsp:nvSpPr>
        <dsp:cNvPr id="12" name="矩形 11"/>
        <dsp:cNvSpPr/>
      </dsp:nvSpPr>
      <dsp:spPr bwMode="white">
        <a:xfrm>
          <a:off x="3846863" y="3655478"/>
          <a:ext cx="1976219" cy="73348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28016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>
              <a:solidFill>
                <a:schemeClr val="tx1"/>
              </a:solidFill>
            </a:rPr>
            <a:t>Enrichr</a:t>
          </a:r>
          <a:endParaRPr lang="zh-CN" altLang="en-US" sz="1800" dirty="0">
            <a:solidFill>
              <a:schemeClr val="tx1"/>
            </a:solidFill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dirty="0">
              <a:solidFill>
                <a:schemeClr val="tx1"/>
              </a:solidFill>
            </a:rPr>
            <a:t>操作简单</a:t>
          </a:r>
          <a:r>
            <a:rPr lang="en-US" altLang="zh-CN" sz="1400" dirty="0">
              <a:solidFill>
                <a:schemeClr val="tx1"/>
              </a:solidFill>
            </a:rPr>
            <a:t>；</a:t>
          </a:r>
          <a:r>
            <a:rPr lang="zh-CN" altLang="en-US" sz="1400" dirty="0">
              <a:solidFill>
                <a:schemeClr val="tx1"/>
              </a:solidFill>
            </a:rPr>
            <a:t>丰富的</a:t>
          </a:r>
          <a:r>
            <a:rPr lang="en-US" altLang="zh-CN" sz="1400" dirty="0">
              <a:solidFill>
                <a:schemeClr val="tx1"/>
              </a:solidFill>
            </a:rPr>
            <a:t>API；</a:t>
          </a:r>
          <a:r>
            <a:rPr lang="zh-CN" altLang="en-US" sz="1400" dirty="0">
              <a:solidFill>
                <a:schemeClr val="tx1"/>
              </a:solidFill>
            </a:rPr>
            <a:t>功能多样</a:t>
          </a:r>
          <a:endParaRPr>
            <a:solidFill>
              <a:schemeClr val="tx1"/>
            </a:solidFill>
          </a:endParaRPr>
        </a:p>
      </dsp:txBody>
      <dsp:txXfrm>
        <a:off x="3846863" y="3655478"/>
        <a:ext cx="1976219" cy="7334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457243" cy="1535777"/>
        <a:chOff x="0" y="0"/>
        <a:chExt cx="2457243" cy="1535777"/>
      </a:xfrm>
    </dsp:grpSpPr>
    <dsp:sp modelId="{DF542DEE-1877-49EA-9E4C-50D961A8290E}">
      <dsp:nvSpPr>
        <dsp:cNvPr id="3" name="形状 2"/>
        <dsp:cNvSpPr/>
      </dsp:nvSpPr>
      <dsp:spPr bwMode="white">
        <a:xfrm>
          <a:off x="0" y="125730"/>
          <a:ext cx="2457243" cy="1535777"/>
        </a:xfrm>
        <a:prstGeom prst="swooshArrow">
          <a:avLst>
            <a:gd name="adj1" fmla="val 25000"/>
            <a:gd name="adj2" fmla="val 25000"/>
          </a:avLst>
        </a:prstGeom>
      </dsp:spPr>
      <dsp:style>
        <a:lnRef idx="0">
          <a:schemeClr val="dk1"/>
        </a:lnRef>
        <a:fillRef idx="1">
          <a:schemeClr val="accent5">
            <a:tint val="40000"/>
          </a:schemeClr>
        </a:fillRef>
        <a:effectRef idx="0">
          <a:scrgbClr r="0" g="0" b="0"/>
        </a:effectRef>
        <a:fontRef idx="minor"/>
      </dsp:style>
      <dsp:txXfrm>
        <a:off x="0" y="125730"/>
        <a:ext cx="2457243" cy="1535777"/>
      </dsp:txXfrm>
    </dsp:sp>
    <dsp:sp modelId="{DA1B9517-A723-4625-9F66-68A6B80247EC}">
      <dsp:nvSpPr>
        <dsp:cNvPr id="4" name="椭圆 3"/>
        <dsp:cNvSpPr/>
      </dsp:nvSpPr>
      <dsp:spPr bwMode="white">
        <a:xfrm>
          <a:off x="312070" y="1185723"/>
          <a:ext cx="63888" cy="63888"/>
        </a:xfrm>
        <a:prstGeom prst="ellipse">
          <a:avLst/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312070" y="1185723"/>
        <a:ext cx="63888" cy="63888"/>
      </dsp:txXfrm>
    </dsp:sp>
    <dsp:sp modelId="{8A693B3A-9DE7-44C5-AC3A-A9304EF1C209}">
      <dsp:nvSpPr>
        <dsp:cNvPr id="5" name="矩形 4"/>
        <dsp:cNvSpPr/>
      </dsp:nvSpPr>
      <dsp:spPr bwMode="white">
        <a:xfrm>
          <a:off x="344014" y="1217667"/>
          <a:ext cx="572538" cy="44384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3853" tIns="0" rIns="0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>
              <a:solidFill>
                <a:schemeClr val="tx1"/>
              </a:solidFill>
            </a:rPr>
            <a:t>上传基因</a:t>
          </a:r>
          <a:endParaRPr>
            <a:solidFill>
              <a:schemeClr val="tx1"/>
            </a:solidFill>
          </a:endParaRPr>
        </a:p>
      </dsp:txBody>
      <dsp:txXfrm>
        <a:off x="344014" y="1217667"/>
        <a:ext cx="572538" cy="443840"/>
      </dsp:txXfrm>
    </dsp:sp>
    <dsp:sp modelId="{1CCBF8D1-4D28-48DA-8A1D-219329468E68}">
      <dsp:nvSpPr>
        <dsp:cNvPr id="6" name="椭圆 5"/>
        <dsp:cNvSpPr/>
      </dsp:nvSpPr>
      <dsp:spPr bwMode="white">
        <a:xfrm>
          <a:off x="876007" y="768299"/>
          <a:ext cx="115490" cy="115490"/>
        </a:xfrm>
        <a:prstGeom prst="ellipse">
          <a:avLst/>
        </a:prstGeom>
      </dsp:spPr>
      <dsp:style>
        <a:lnRef idx="2">
          <a:schemeClr val="lt1"/>
        </a:lnRef>
        <a:fillRef idx="1">
          <a:schemeClr val="accent5">
            <a:hueOff val="-4950000"/>
            <a:satOff val="20000"/>
            <a:lumOff val="431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876007" y="768299"/>
        <a:ext cx="115490" cy="115490"/>
      </dsp:txXfrm>
    </dsp:sp>
    <dsp:sp modelId="{A2582E66-F074-4DB7-AD5C-86387F672D2C}">
      <dsp:nvSpPr>
        <dsp:cNvPr id="7" name="矩形 6"/>
        <dsp:cNvSpPr/>
      </dsp:nvSpPr>
      <dsp:spPr bwMode="white">
        <a:xfrm>
          <a:off x="933752" y="826044"/>
          <a:ext cx="589738" cy="83546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1195" tIns="0" rIns="0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>
              <a:solidFill>
                <a:schemeClr val="tx1"/>
              </a:solidFill>
            </a:rPr>
            <a:t>选择物种</a:t>
          </a:r>
          <a:endParaRPr>
            <a:solidFill>
              <a:schemeClr val="tx1"/>
            </a:solidFill>
          </a:endParaRPr>
        </a:p>
      </dsp:txBody>
      <dsp:txXfrm>
        <a:off x="933752" y="826044"/>
        <a:ext cx="589738" cy="835463"/>
      </dsp:txXfrm>
    </dsp:sp>
    <dsp:sp modelId="{7A3618D2-49E6-44BD-AB89-881EC35C08E2}">
      <dsp:nvSpPr>
        <dsp:cNvPr id="8" name="椭圆 7"/>
        <dsp:cNvSpPr/>
      </dsp:nvSpPr>
      <dsp:spPr bwMode="white">
        <a:xfrm>
          <a:off x="1554206" y="514281"/>
          <a:ext cx="159721" cy="159721"/>
        </a:xfrm>
        <a:prstGeom prst="ellipse">
          <a:avLst/>
        </a:prstGeom>
      </dsp:spPr>
      <dsp:style>
        <a:lnRef idx="2">
          <a:schemeClr val="lt1"/>
        </a:lnRef>
        <a:fillRef idx="1">
          <a:schemeClr val="accent5">
            <a:hueOff val="-9900000"/>
            <a:satOff val="40000"/>
            <a:lumOff val="862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554206" y="514281"/>
        <a:ext cx="159721" cy="159721"/>
      </dsp:txXfrm>
    </dsp:sp>
    <dsp:sp modelId="{CEB60912-238F-4B35-9127-E64C65C0B049}">
      <dsp:nvSpPr>
        <dsp:cNvPr id="9" name="矩形 8"/>
        <dsp:cNvSpPr/>
      </dsp:nvSpPr>
      <dsp:spPr bwMode="white">
        <a:xfrm>
          <a:off x="1634067" y="594142"/>
          <a:ext cx="589738" cy="106736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84632" tIns="0" rIns="0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>
              <a:solidFill>
                <a:schemeClr val="tx1"/>
              </a:solidFill>
            </a:rPr>
            <a:t>提交运行</a:t>
          </a:r>
          <a:endParaRPr>
            <a:solidFill>
              <a:schemeClr val="tx1"/>
            </a:solidFill>
          </a:endParaRPr>
        </a:p>
      </dsp:txBody>
      <dsp:txXfrm>
        <a:off x="1634067" y="594142"/>
        <a:ext cx="589738" cy="10673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096000" cy="4064000"/>
        <a:chOff x="0" y="0"/>
        <a:chExt cx="6096000" cy="4064000"/>
      </a:xfrm>
    </dsp:grpSpPr>
    <dsp:sp modelId="{7CB22113-8E4C-4EB4-9B7A-FE2768A23FB1}">
      <dsp:nvSpPr>
        <dsp:cNvPr id="4" name="空心弧 3"/>
        <dsp:cNvSpPr/>
      </dsp:nvSpPr>
      <dsp:spPr bwMode="white">
        <a:xfrm>
          <a:off x="-4551749" y="-717008"/>
          <a:ext cx="5498016" cy="5498016"/>
        </a:xfrm>
        <a:prstGeom prst="blockArc">
          <a:avLst>
            <a:gd name="adj1" fmla="val 18900000"/>
            <a:gd name="adj2" fmla="val 2700000"/>
            <a:gd name="adj3" fmla="val 329"/>
          </a:avLst>
        </a:prstGeom>
      </dsp:spPr>
      <dsp:style>
        <a:lnRef idx="2">
          <a:schemeClr val="accent4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Xfrm>
        <a:off x="-4551749" y="-717008"/>
        <a:ext cx="5498016" cy="5498016"/>
      </dsp:txXfrm>
    </dsp:sp>
    <dsp:sp modelId="{8925167B-EE9E-4AC7-8E0E-BF85AEBB2FEF}">
      <dsp:nvSpPr>
        <dsp:cNvPr id="7" name="矩形 6"/>
        <dsp:cNvSpPr/>
      </dsp:nvSpPr>
      <dsp:spPr bwMode="white">
        <a:xfrm>
          <a:off x="620166" y="406400"/>
          <a:ext cx="5475834" cy="812800"/>
        </a:xfrm>
        <a:prstGeom prst="rect">
          <a:avLst/>
        </a:prstGeom>
      </dsp:spPr>
      <dsp:style>
        <a:lnRef idx="3">
          <a:schemeClr val="lt1"/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645160" tIns="91440" rIns="91440" bIns="9144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dirty="0"/>
            <a:t>什么是转录组学？</a:t>
          </a:r>
        </a:p>
      </dsp:txBody>
      <dsp:txXfrm>
        <a:off x="620166" y="406400"/>
        <a:ext cx="5475834" cy="812800"/>
      </dsp:txXfrm>
    </dsp:sp>
    <dsp:sp modelId="{F1EF6703-DCB9-453C-BF8E-8D0C20126584}">
      <dsp:nvSpPr>
        <dsp:cNvPr id="8" name="椭圆 7"/>
        <dsp:cNvSpPr/>
      </dsp:nvSpPr>
      <dsp:spPr bwMode="white">
        <a:xfrm>
          <a:off x="112166" y="304800"/>
          <a:ext cx="1016000" cy="1016000"/>
        </a:xfrm>
        <a:prstGeom prst="ellipse">
          <a:avLst/>
        </a:prstGeom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112166" y="304800"/>
        <a:ext cx="1016000" cy="1016000"/>
      </dsp:txXfrm>
    </dsp:sp>
    <dsp:sp modelId="{C2122826-6B9C-4B45-82FC-AFD191A5AACF}">
      <dsp:nvSpPr>
        <dsp:cNvPr id="9" name="矩形 8"/>
        <dsp:cNvSpPr/>
      </dsp:nvSpPr>
      <dsp:spPr bwMode="white">
        <a:xfrm>
          <a:off x="915619" y="1625600"/>
          <a:ext cx="5180381" cy="812800"/>
        </a:xfrm>
        <a:prstGeom prst="rect">
          <a:avLst/>
        </a:prstGeom>
      </dsp:spPr>
      <dsp:style>
        <a:lnRef idx="3">
          <a:schemeClr val="lt1"/>
        </a:lnRef>
        <a:fillRef idx="1">
          <a:schemeClr val="accent3">
            <a:hueOff val="5640000"/>
            <a:satOff val="-8430"/>
            <a:lumOff val="-1372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645160" tIns="91440" rIns="91440" bIns="9144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600" dirty="0"/>
            <a:t>RNA-</a:t>
          </a:r>
          <a:r>
            <a:rPr lang="en-US" altLang="zh-CN" sz="3600" dirty="0" err="1"/>
            <a:t>seq</a:t>
          </a:r>
          <a:r>
            <a:rPr lang="zh-CN" altLang="en-US" sz="3600" dirty="0"/>
            <a:t>的研究内容？</a:t>
          </a:r>
        </a:p>
      </dsp:txBody>
      <dsp:txXfrm>
        <a:off x="915619" y="1625600"/>
        <a:ext cx="5180381" cy="812800"/>
      </dsp:txXfrm>
    </dsp:sp>
    <dsp:sp modelId="{DC47B2A5-1FB4-440C-B8E9-C03C9068E1BF}">
      <dsp:nvSpPr>
        <dsp:cNvPr id="10" name="椭圆 9"/>
        <dsp:cNvSpPr/>
      </dsp:nvSpPr>
      <dsp:spPr bwMode="white">
        <a:xfrm>
          <a:off x="407619" y="1524000"/>
          <a:ext cx="1016000" cy="1016000"/>
        </a:xfrm>
        <a:prstGeom prst="ellipse">
          <a:avLst/>
        </a:prstGeom>
      </dsp:spPr>
      <dsp:style>
        <a:lnRef idx="2">
          <a:schemeClr val="accent3">
            <a:hueOff val="5640000"/>
            <a:satOff val="-8430"/>
            <a:lumOff val="-1372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407619" y="1524000"/>
        <a:ext cx="1016000" cy="1016000"/>
      </dsp:txXfrm>
    </dsp:sp>
    <dsp:sp modelId="{4895FE7A-F415-436B-A029-3EE2C275D184}">
      <dsp:nvSpPr>
        <dsp:cNvPr id="11" name="矩形 10"/>
        <dsp:cNvSpPr/>
      </dsp:nvSpPr>
      <dsp:spPr bwMode="white">
        <a:xfrm>
          <a:off x="620166" y="2844800"/>
          <a:ext cx="5475834" cy="812800"/>
        </a:xfrm>
        <a:prstGeom prst="rect">
          <a:avLst/>
        </a:prstGeom>
      </dsp:spPr>
      <dsp:style>
        <a:lnRef idx="3">
          <a:schemeClr val="lt1"/>
        </a:lnRef>
        <a:fillRef idx="1">
          <a:schemeClr val="accent3">
            <a:hueOff val="11280000"/>
            <a:satOff val="-16862"/>
            <a:lumOff val="-2744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645160" tIns="91440" rIns="91440" bIns="9144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dirty="0"/>
            <a:t>如何分析</a:t>
          </a:r>
          <a:r>
            <a:rPr lang="en-US" altLang="zh-CN" sz="3600" dirty="0"/>
            <a:t>RNA-</a:t>
          </a:r>
          <a:r>
            <a:rPr lang="en-US" altLang="zh-CN" sz="3600" dirty="0" err="1"/>
            <a:t>seq</a:t>
          </a:r>
          <a:r>
            <a:rPr lang="zh-CN" altLang="en-US" sz="3600" dirty="0"/>
            <a:t>数据？</a:t>
          </a:r>
        </a:p>
      </dsp:txBody>
      <dsp:txXfrm>
        <a:off x="620166" y="2844800"/>
        <a:ext cx="5475834" cy="812800"/>
      </dsp:txXfrm>
    </dsp:sp>
    <dsp:sp modelId="{D92CA4DE-5D4A-457C-AF4F-E213CC68CF5C}">
      <dsp:nvSpPr>
        <dsp:cNvPr id="12" name="椭圆 11"/>
        <dsp:cNvSpPr/>
      </dsp:nvSpPr>
      <dsp:spPr bwMode="white">
        <a:xfrm>
          <a:off x="112166" y="2743200"/>
          <a:ext cx="1016000" cy="1016000"/>
        </a:xfrm>
        <a:prstGeom prst="ellipse">
          <a:avLst/>
        </a:prstGeom>
      </dsp:spPr>
      <dsp:style>
        <a:lnRef idx="2">
          <a:schemeClr val="accent3">
            <a:hueOff val="11280000"/>
            <a:satOff val="-16862"/>
            <a:lumOff val="-2744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112166" y="2743200"/>
        <a:ext cx="1016000" cy="1016000"/>
      </dsp:txXfrm>
    </dsp:sp>
    <dsp:sp modelId="{1C01F18B-42F6-478C-B120-AF2E86EB896B}">
      <dsp:nvSpPr>
        <dsp:cNvPr id="3" name="矩形 2" hidden="1"/>
        <dsp:cNvSpPr/>
      </dsp:nvSpPr>
      <dsp:spPr bwMode="white">
        <a:xfrm>
          <a:off x="110373" y="82886"/>
          <a:ext cx="36000" cy="36000"/>
        </a:xfrm>
        <a:prstGeom prst="rect">
          <a:avLst/>
        </a:prstGeom>
      </dsp:spPr>
      <dsp:style>
        <a:lnRef idx="3">
          <a:schemeClr val="lt1"/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110373" y="82886"/>
        <a:ext cx="36000" cy="36000"/>
      </dsp:txXfrm>
    </dsp:sp>
    <dsp:sp modelId="{7CCA72CC-A671-4C43-B013-398D5AF07DDF}">
      <dsp:nvSpPr>
        <dsp:cNvPr id="5" name="矩形 4" hidden="1"/>
        <dsp:cNvSpPr/>
      </dsp:nvSpPr>
      <dsp:spPr bwMode="white">
        <a:xfrm>
          <a:off x="910267" y="2014000"/>
          <a:ext cx="36000" cy="36000"/>
        </a:xfrm>
        <a:prstGeom prst="rect">
          <a:avLst/>
        </a:prstGeom>
      </dsp:spPr>
      <dsp:style>
        <a:lnRef idx="3">
          <a:schemeClr val="lt1"/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10267" y="2014000"/>
        <a:ext cx="36000" cy="36000"/>
      </dsp:txXfrm>
    </dsp:sp>
    <dsp:sp modelId="{F371C46D-CEC0-4128-8C1C-E72F5B906821}">
      <dsp:nvSpPr>
        <dsp:cNvPr id="6" name="矩形 5" hidden="1"/>
        <dsp:cNvSpPr/>
      </dsp:nvSpPr>
      <dsp:spPr bwMode="white">
        <a:xfrm>
          <a:off x="110373" y="3945114"/>
          <a:ext cx="36000" cy="36000"/>
        </a:xfrm>
        <a:prstGeom prst="rect">
          <a:avLst/>
        </a:prstGeom>
      </dsp:spPr>
      <dsp:style>
        <a:lnRef idx="3">
          <a:schemeClr val="lt1"/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110373" y="3945114"/>
        <a:ext cx="36000" cy="36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#1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srcNode" val="imagSh"/>
            <dgm:param type="dstNode" val="imagSh"/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SquareAccentList#1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horzAlign" val="ctr"/>
          <dgm:param type="vertAlign" val="t"/>
          <dgm:param type="nodeVertAlign" val="t"/>
          <dgm:param type="fallback" val="1D"/>
        </dgm:alg>
      </dgm:if>
      <dgm:else name="Name2">
        <dgm:alg type="hierChild">
          <dgm:param type="linDir" val="fromR"/>
          <dgm:param type="horzAlign" val="ctr"/>
          <dgm:param type="vertAlign" val="t"/>
          <dgm:param type="nodeVertAlign" val="t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parTxLTRAlign" val="l"/>
                    <dgm:param type="txAnchorVertCh" val="mid"/>
                  </dgm:alg>
                </dgm:if>
                <dgm:else name="Name10">
                  <dgm:alg type="tx">
                    <dgm:param type="parTxLTRAlign" val="r"/>
                    <dgm:param type="txAnchorVertCh" val="mid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linDir" val="fromT"/>
              <dgm:param type="chAlign" val="r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parTxLTRAlign" val="l"/>
                          <dgm:param type="txAnchorVertCh" val="mid"/>
                        </dgm:alg>
                      </dgm:if>
                      <dgm:else name="Name18">
                        <dgm:alg type="tx">
                          <dgm:param type="parTxLTRAlign" val="r"/>
                          <dgm:param type="txAnchorVertCh" val="mid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4#1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bkpt" val="bal"/>
          <dgm:param type="contDir" val="revDir"/>
          <dgm:param type="grDir" val="tL"/>
          <dgm:param type="flowDir" val="col"/>
        </dgm:alg>
      </dgm:if>
      <dgm:else name="Name3">
        <dgm:alg type="snake">
          <dgm:param type="bkpt" val="bal"/>
          <dgm:param type="contDir" val="revDir"/>
          <dgm:param type="grDir" val="tR"/>
          <dgm:param type="flowDir" val="co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Sty" val="noArr"/>
                <dgm:param type="endSty" val="noArr"/>
                <dgm:param type="begPts" val="auto auto tCtr"/>
                <dgm:param type="endPts" val="auto auto bCt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Sty" val="noArr"/>
                <dgm:param type="endSty" val="noArr"/>
                <dgm:param type="begPts" val="auto auto tCtr"/>
                <dgm:param type="endPts" val="auto auto b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SquareAccentList#2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horzAlign" val="ctr"/>
          <dgm:param type="vertAlign" val="t"/>
          <dgm:param type="nodeVertAlign" val="t"/>
          <dgm:param type="fallback" val="1D"/>
        </dgm:alg>
      </dgm:if>
      <dgm:else name="Name2">
        <dgm:alg type="hierChild">
          <dgm:param type="linDir" val="fromR"/>
          <dgm:param type="horzAlign" val="ctr"/>
          <dgm:param type="vertAlign" val="t"/>
          <dgm:param type="nodeVertAlign" val="t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parTxLTRAlign" val="l"/>
                    <dgm:param type="txAnchorVertCh" val="mid"/>
                  </dgm:alg>
                </dgm:if>
                <dgm:else name="Name10">
                  <dgm:alg type="tx">
                    <dgm:param type="parTxLTRAlign" val="r"/>
                    <dgm:param type="txAnchorVertCh" val="mid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linDir" val="fromT"/>
              <dgm:param type="chAlign" val="r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parTxLTRAlign" val="l"/>
                          <dgm:param type="txAnchorVertCh" val="mid"/>
                        </dgm:alg>
                      </dgm:if>
                      <dgm:else name="Name18">
                        <dgm:alg type="tx">
                          <dgm:param type="parTxLTRAlign" val="r"/>
                          <dgm:param type="txAnchorVertCh" val="mid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List1#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>
          <dgm:prSet csTypeId="urn:microsoft.com/office/officeart/2005/8/colors/accent6_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off" val="ctr"/>
          <dgm:param type="contDir" val="sameDir"/>
          <dgm:param type="grDir" val="tL"/>
          <dgm:param type="flowDir" val="row"/>
          <dgm:param type="horzAlign" val="ctr"/>
          <dgm:param type="vertAlign" val="mid"/>
        </dgm:alg>
      </dgm:if>
      <dgm:else name="Name3">
        <dgm:alg type="snake">
          <dgm:param type="off" val="ctr"/>
          <dgm:param type="contDir" val="sameDir"/>
          <dgm:param type="grDir" val="tR"/>
          <dgm:param type="flowDir" val="row"/>
          <dgm:param type="horzAlign" val="ctr"/>
          <dgm:param type="vertAlign" val="mid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arrow2#1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parTxLTRAlign" val="r"/>
                    <dgm:param type="parTxRTLAlign" val="r"/>
                    <dgm:param type="txAnchorVert" val="t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2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3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4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4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5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6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7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7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8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9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0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0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1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1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2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3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4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4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6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70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74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83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87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96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200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urvedList#1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#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#3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9636" name="Rectangle 1028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2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503050405090304" pitchFamily="18" charset="0"/>
              </a:rPr>
            </a:fld>
            <a:endParaRPr lang="en-US" altLang="zh-CN" sz="1200" dirty="0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Clr>
                <a:srgbClr val="0000FF"/>
              </a:buClr>
            </a:pPr>
            <a:fld id="{9A0DB2DC-4C9A-4742-B13C-FB6460FD3503}" type="slidenum">
              <a:rPr lang="zh-CN" altLang="en-US" sz="1200" dirty="0">
                <a:solidFill>
                  <a:srgbClr val="000000"/>
                </a:solidFill>
              </a:rPr>
            </a:fld>
            <a:endParaRPr lang="zh-CN" altLang="en-US" sz="1200" dirty="0">
              <a:solidFill>
                <a:srgbClr val="000000"/>
              </a:solidFill>
            </a:endParaRPr>
          </a:p>
        </p:txBody>
      </p:sp>
      <p:sp>
        <p:nvSpPr>
          <p:cNvPr id="706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基因通过转录和翻译发挥实际功能</a:t>
            </a:r>
            <a:r>
              <a:rPr lang="en-US" altLang="zh-CN"/>
              <a:t>，</a:t>
            </a:r>
            <a:r>
              <a:rPr lang="zh-CN" altLang="en-US"/>
              <a:t>其中转录位于遗传法则的中心发挥关键作用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接下来系统总结转录组学研究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视频已上传超星学习通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可以针对完全匹配</a:t>
            </a:r>
            <a:r>
              <a:rPr lang="en-US" altLang="zh-CN"/>
              <a:t>reads</a:t>
            </a:r>
            <a:r>
              <a:rPr lang="zh-CN" altLang="en-US"/>
              <a:t>和</a:t>
            </a:r>
            <a:r>
              <a:rPr lang="en-US" altLang="zh-CN"/>
              <a:t>split reads</a:t>
            </a:r>
            <a:r>
              <a:rPr lang="zh-CN" altLang="en-US"/>
              <a:t>做板书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可能的板书？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0"/>
            <a:ext cx="7772400" cy="1066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219200" y="1295400"/>
            <a:ext cx="7772400" cy="4572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74688" y="5991225"/>
            <a:ext cx="1905000" cy="457200"/>
          </a:xfrm>
        </p:spPr>
        <p:txBody>
          <a:bodyPr/>
          <a:lstStyle/>
          <a:p>
            <a:pPr lvl="0" eaLnBrk="1" hangingPunct="1"/>
            <a:endParaRPr lang="zh-CN" altLang="en-US" sz="1400" dirty="0">
              <a:latin typeface="-윤고딕140" pitchFamily="2" charset="-127"/>
              <a:ea typeface="-윤고딕140" pitchFamily="2" charset="-127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1" hangingPunct="1"/>
            <a:endParaRPr lang="zh-CN" altLang="en-US" sz="1400" dirty="0">
              <a:latin typeface="-윤고딕140" pitchFamily="2" charset="-127"/>
              <a:ea typeface="-윤고딕140" pitchFamily="2" charset="-127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400" dirty="0">
                <a:latin typeface="-윤고딕140" pitchFamily="2" charset="-127"/>
                <a:ea typeface="-윤고딕140" pitchFamily="2" charset="-127"/>
              </a:rPr>
            </a:fld>
            <a:endParaRPr lang="zh-CN" altLang="en-US" sz="1400" dirty="0">
              <a:latin typeface="-윤고딕140" pitchFamily="2" charset="-127"/>
              <a:ea typeface="-윤고딕140" pitchFamily="2" charset="-127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4"/>
          <p:cNvSpPr txBox="1"/>
          <p:nvPr userDrawn="1"/>
        </p:nvSpPr>
        <p:spPr>
          <a:xfrm>
            <a:off x="596265" y="233680"/>
            <a:ext cx="2517775" cy="4021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dirty="0">
                <a:solidFill>
                  <a:srgbClr val="207AD3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02.</a:t>
            </a:r>
            <a:r>
              <a:rPr lang="zh-CN" altLang="en-US" sz="1400" dirty="0">
                <a:solidFill>
                  <a:srgbClr val="207AD3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蛋白提取基本原理及方法</a:t>
            </a:r>
            <a:endParaRPr lang="en-US" altLang="zh-CN" sz="1400" dirty="0">
              <a:solidFill>
                <a:srgbClr val="207AD3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cxnSp>
        <p:nvCxnSpPr>
          <p:cNvPr id="40" name="直接连接符 39"/>
          <p:cNvCxnSpPr/>
          <p:nvPr userDrawn="1"/>
        </p:nvCxnSpPr>
        <p:spPr>
          <a:xfrm>
            <a:off x="426464" y="705845"/>
            <a:ext cx="8291072" cy="0"/>
          </a:xfrm>
          <a:prstGeom prst="line">
            <a:avLst/>
          </a:prstGeom>
          <a:ln>
            <a:solidFill>
              <a:srgbClr val="207A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/>
          <p:cNvGrpSpPr/>
          <p:nvPr userDrawn="1"/>
        </p:nvGrpSpPr>
        <p:grpSpPr>
          <a:xfrm>
            <a:off x="8222893" y="263367"/>
            <a:ext cx="267906" cy="357208"/>
            <a:chOff x="8179277" y="3748642"/>
            <a:chExt cx="1500028" cy="1500029"/>
          </a:xfrm>
          <a:effectLst>
            <a:reflection blurRad="88900" stA="83000" endPos="63000" dist="50800" dir="5400000" sy="-100000" algn="bl" rotWithShape="0"/>
          </a:effectLst>
        </p:grpSpPr>
        <p:sp>
          <p:nvSpPr>
            <p:cNvPr id="42" name="椭圆 41"/>
            <p:cNvSpPr/>
            <p:nvPr/>
          </p:nvSpPr>
          <p:spPr>
            <a:xfrm>
              <a:off x="8179277" y="3748642"/>
              <a:ext cx="1500028" cy="1500029"/>
            </a:xfrm>
            <a:prstGeom prst="ellipse">
              <a:avLst/>
            </a:prstGeom>
            <a:solidFill>
              <a:srgbClr val="207AD3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8605283" y="4234099"/>
              <a:ext cx="630396" cy="548323"/>
              <a:chOff x="11250613" y="919163"/>
              <a:chExt cx="573087" cy="498475"/>
            </a:xfrm>
          </p:grpSpPr>
          <p:sp>
            <p:nvSpPr>
              <p:cNvPr id="44" name="Freeform 193"/>
              <p:cNvSpPr/>
              <p:nvPr/>
            </p:nvSpPr>
            <p:spPr bwMode="auto">
              <a:xfrm>
                <a:off x="11250613" y="919163"/>
                <a:ext cx="573087" cy="498475"/>
              </a:xfrm>
              <a:custGeom>
                <a:avLst/>
                <a:gdLst>
                  <a:gd name="T0" fmla="*/ 0 w 248"/>
                  <a:gd name="T1" fmla="*/ 2147483646 h 216"/>
                  <a:gd name="T2" fmla="*/ 2147483646 w 248"/>
                  <a:gd name="T3" fmla="*/ 2147483646 h 216"/>
                  <a:gd name="T4" fmla="*/ 2147483646 w 248"/>
                  <a:gd name="T5" fmla="*/ 2147483646 h 216"/>
                  <a:gd name="T6" fmla="*/ 2147483646 w 248"/>
                  <a:gd name="T7" fmla="*/ 0 h 216"/>
                  <a:gd name="T8" fmla="*/ 2147483646 w 248"/>
                  <a:gd name="T9" fmla="*/ 2147483646 h 216"/>
                  <a:gd name="T10" fmla="*/ 2147483646 w 248"/>
                  <a:gd name="T11" fmla="*/ 0 h 216"/>
                  <a:gd name="T12" fmla="*/ 0 w 248"/>
                  <a:gd name="T13" fmla="*/ 2147483646 h 2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8" h="216">
                    <a:moveTo>
                      <a:pt x="0" y="64"/>
                    </a:moveTo>
                    <a:cubicBezTo>
                      <a:pt x="0" y="144"/>
                      <a:pt x="124" y="216"/>
                      <a:pt x="124" y="216"/>
                    </a:cubicBezTo>
                    <a:cubicBezTo>
                      <a:pt x="124" y="216"/>
                      <a:pt x="248" y="144"/>
                      <a:pt x="248" y="64"/>
                    </a:cubicBezTo>
                    <a:cubicBezTo>
                      <a:pt x="248" y="31"/>
                      <a:pt x="224" y="0"/>
                      <a:pt x="188" y="0"/>
                    </a:cubicBezTo>
                    <a:cubicBezTo>
                      <a:pt x="155" y="0"/>
                      <a:pt x="124" y="23"/>
                      <a:pt x="124" y="56"/>
                    </a:cubicBezTo>
                    <a:cubicBezTo>
                      <a:pt x="124" y="23"/>
                      <a:pt x="93" y="0"/>
                      <a:pt x="60" y="0"/>
                    </a:cubicBezTo>
                    <a:cubicBezTo>
                      <a:pt x="24" y="0"/>
                      <a:pt x="0" y="31"/>
                      <a:pt x="0" y="64"/>
                    </a:cubicBezTo>
                    <a:close/>
                  </a:path>
                </a:pathLst>
              </a:custGeom>
              <a:noFill/>
              <a:ln w="17463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Arial" panose="020B0604020202090204" pitchFamily="34" charset="0"/>
                  <a:ea typeface="微软雅黑" panose="020B050302020402020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45" name="Freeform 194"/>
              <p:cNvSpPr/>
              <p:nvPr/>
            </p:nvSpPr>
            <p:spPr bwMode="auto">
              <a:xfrm>
                <a:off x="11676063" y="984250"/>
                <a:ext cx="87312" cy="92075"/>
              </a:xfrm>
              <a:custGeom>
                <a:avLst/>
                <a:gdLst>
                  <a:gd name="T0" fmla="*/ 2147483646 w 38"/>
                  <a:gd name="T1" fmla="*/ 2147483646 h 40"/>
                  <a:gd name="T2" fmla="*/ 0 w 38"/>
                  <a:gd name="T3" fmla="*/ 0 h 4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8" h="40">
                    <a:moveTo>
                      <a:pt x="38" y="40"/>
                    </a:moveTo>
                    <a:cubicBezTo>
                      <a:pt x="38" y="19"/>
                      <a:pt x="23" y="0"/>
                      <a:pt x="0" y="0"/>
                    </a:cubicBezTo>
                  </a:path>
                </a:pathLst>
              </a:custGeom>
              <a:noFill/>
              <a:ln w="17463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Arial" panose="020B0604020202090204" pitchFamily="34" charset="0"/>
                  <a:ea typeface="微软雅黑" panose="020B0503020204020204" charset="-122"/>
                  <a:sym typeface="Arial" panose="020B0604020202090204" pitchFamily="34" charset="0"/>
                </a:endParaRPr>
              </a:p>
            </p:txBody>
          </p:sp>
        </p:grpSp>
      </p:grpSp>
      <p:grpSp>
        <p:nvGrpSpPr>
          <p:cNvPr id="46" name="组合 45"/>
          <p:cNvGrpSpPr/>
          <p:nvPr userDrawn="1"/>
        </p:nvGrpSpPr>
        <p:grpSpPr>
          <a:xfrm>
            <a:off x="7004882" y="256136"/>
            <a:ext cx="267906" cy="357208"/>
            <a:chOff x="1682477" y="2278669"/>
            <a:chExt cx="1164618" cy="1164619"/>
          </a:xfrm>
          <a:effectLst>
            <a:reflection blurRad="88900" stA="83000" endPos="63000" dist="50800" dir="5400000" sy="-100000" algn="bl" rotWithShape="0"/>
          </a:effectLst>
        </p:grpSpPr>
        <p:sp>
          <p:nvSpPr>
            <p:cNvPr id="47" name="椭圆 46"/>
            <p:cNvSpPr/>
            <p:nvPr/>
          </p:nvSpPr>
          <p:spPr>
            <a:xfrm>
              <a:off x="1682477" y="2278669"/>
              <a:ext cx="1164618" cy="1164619"/>
            </a:xfrm>
            <a:prstGeom prst="ellipse">
              <a:avLst/>
            </a:prstGeom>
            <a:solidFill>
              <a:srgbClr val="207AD3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4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endParaRPr>
            </a:p>
          </p:txBody>
        </p:sp>
        <p:sp>
          <p:nvSpPr>
            <p:cNvPr id="48" name="KSO_Shape"/>
            <p:cNvSpPr/>
            <p:nvPr/>
          </p:nvSpPr>
          <p:spPr bwMode="auto">
            <a:xfrm>
              <a:off x="1991148" y="2643393"/>
              <a:ext cx="499821" cy="465667"/>
            </a:xfrm>
            <a:custGeom>
              <a:avLst/>
              <a:gdLst>
                <a:gd name="T0" fmla="*/ 685899 w 2767013"/>
                <a:gd name="T1" fmla="*/ 1628140 h 2578100"/>
                <a:gd name="T2" fmla="*/ 814822 w 2767013"/>
                <a:gd name="T3" fmla="*/ 1673225 h 2578100"/>
                <a:gd name="T4" fmla="*/ 1062190 w 2767013"/>
                <a:gd name="T5" fmla="*/ 1516380 h 2578100"/>
                <a:gd name="T6" fmla="*/ 1081547 w 2767013"/>
                <a:gd name="T7" fmla="*/ 1274 h 2578100"/>
                <a:gd name="T8" fmla="*/ 1235742 w 2767013"/>
                <a:gd name="T9" fmla="*/ 89156 h 2578100"/>
                <a:gd name="T10" fmla="*/ 1326071 w 2767013"/>
                <a:gd name="T11" fmla="*/ 253047 h 2578100"/>
                <a:gd name="T12" fmla="*/ 1519456 w 2767013"/>
                <a:gd name="T13" fmla="*/ 439420 h 2578100"/>
                <a:gd name="T14" fmla="*/ 1614085 w 2767013"/>
                <a:gd name="T15" fmla="*/ 664210 h 2578100"/>
                <a:gd name="T16" fmla="*/ 1591856 w 2767013"/>
                <a:gd name="T17" fmla="*/ 958850 h 2578100"/>
                <a:gd name="T18" fmla="*/ 1395296 w 2767013"/>
                <a:gd name="T19" fmla="*/ 1286192 h 2578100"/>
                <a:gd name="T20" fmla="*/ 1116808 w 2767013"/>
                <a:gd name="T21" fmla="*/ 1571625 h 2578100"/>
                <a:gd name="T22" fmla="*/ 863407 w 2767013"/>
                <a:gd name="T23" fmla="*/ 1737678 h 2578100"/>
                <a:gd name="T24" fmla="*/ 940570 w 2767013"/>
                <a:gd name="T25" fmla="*/ 2122805 h 2578100"/>
                <a:gd name="T26" fmla="*/ 1091404 w 2767013"/>
                <a:gd name="T27" fmla="*/ 2375218 h 2578100"/>
                <a:gd name="T28" fmla="*/ 1303842 w 2767013"/>
                <a:gd name="T29" fmla="*/ 2498090 h 2578100"/>
                <a:gd name="T30" fmla="*/ 1476587 w 2767013"/>
                <a:gd name="T31" fmla="*/ 2471103 h 2578100"/>
                <a:gd name="T32" fmla="*/ 1605828 w 2767013"/>
                <a:gd name="T33" fmla="*/ 2357120 h 2578100"/>
                <a:gd name="T34" fmla="*/ 1764601 w 2767013"/>
                <a:gd name="T35" fmla="*/ 1958340 h 2578100"/>
                <a:gd name="T36" fmla="*/ 1892890 w 2767013"/>
                <a:gd name="T37" fmla="*/ 1682433 h 2578100"/>
                <a:gd name="T38" fmla="*/ 2061506 w 2767013"/>
                <a:gd name="T39" fmla="*/ 1567497 h 2578100"/>
                <a:gd name="T40" fmla="*/ 2208566 w 2767013"/>
                <a:gd name="T41" fmla="*/ 1484745 h 2578100"/>
                <a:gd name="T42" fmla="*/ 2435693 w 2767013"/>
                <a:gd name="T43" fmla="*/ 1370330 h 2578100"/>
                <a:gd name="T44" fmla="*/ 2674574 w 2767013"/>
                <a:gd name="T45" fmla="*/ 1462498 h 2578100"/>
                <a:gd name="T46" fmla="*/ 2766695 w 2767013"/>
                <a:gd name="T47" fmla="*/ 1701499 h 2578100"/>
                <a:gd name="T48" fmla="*/ 2652338 w 2767013"/>
                <a:gd name="T49" fmla="*/ 1928423 h 2578100"/>
                <a:gd name="T50" fmla="*/ 2403927 w 2767013"/>
                <a:gd name="T51" fmla="*/ 1996754 h 2578100"/>
                <a:gd name="T52" fmla="*/ 2190777 w 2767013"/>
                <a:gd name="T53" fmla="*/ 1861363 h 2578100"/>
                <a:gd name="T54" fmla="*/ 2137718 w 2767013"/>
                <a:gd name="T55" fmla="*/ 1635442 h 2578100"/>
                <a:gd name="T56" fmla="*/ 1985931 w 2767013"/>
                <a:gd name="T57" fmla="*/ 1698308 h 2578100"/>
                <a:gd name="T58" fmla="*/ 1849704 w 2767013"/>
                <a:gd name="T59" fmla="*/ 1946593 h 2578100"/>
                <a:gd name="T60" fmla="*/ 1683627 w 2767013"/>
                <a:gd name="T61" fmla="*/ 2382203 h 2578100"/>
                <a:gd name="T62" fmla="*/ 1542319 w 2767013"/>
                <a:gd name="T63" fmla="*/ 2526030 h 2578100"/>
                <a:gd name="T64" fmla="*/ 1334327 w 2767013"/>
                <a:gd name="T65" fmla="*/ 2578100 h 2578100"/>
                <a:gd name="T66" fmla="*/ 1178094 w 2767013"/>
                <a:gd name="T67" fmla="*/ 2540318 h 2578100"/>
                <a:gd name="T68" fmla="*/ 964386 w 2767013"/>
                <a:gd name="T69" fmla="*/ 2336483 h 2578100"/>
                <a:gd name="T70" fmla="*/ 805296 w 2767013"/>
                <a:gd name="T71" fmla="*/ 1978660 h 2578100"/>
                <a:gd name="T72" fmla="*/ 664306 w 2767013"/>
                <a:gd name="T73" fmla="*/ 1706245 h 2578100"/>
                <a:gd name="T74" fmla="*/ 335963 w 2767013"/>
                <a:gd name="T75" fmla="*/ 1411922 h 2578100"/>
                <a:gd name="T76" fmla="*/ 52713 w 2767013"/>
                <a:gd name="T77" fmla="*/ 977265 h 2578100"/>
                <a:gd name="T78" fmla="*/ 0 w 2767013"/>
                <a:gd name="T79" fmla="*/ 758190 h 2578100"/>
                <a:gd name="T80" fmla="*/ 59063 w 2767013"/>
                <a:gd name="T81" fmla="*/ 503237 h 2578100"/>
                <a:gd name="T82" fmla="*/ 192115 w 2767013"/>
                <a:gd name="T83" fmla="*/ 330200 h 2578100"/>
                <a:gd name="T84" fmla="*/ 291846 w 2767013"/>
                <a:gd name="T85" fmla="*/ 139292 h 2578100"/>
                <a:gd name="T86" fmla="*/ 425579 w 2767013"/>
                <a:gd name="T87" fmla="*/ 24440 h 2578100"/>
                <a:gd name="T88" fmla="*/ 606438 w 2767013"/>
                <a:gd name="T89" fmla="*/ 46331 h 2578100"/>
                <a:gd name="T90" fmla="*/ 708330 w 2767013"/>
                <a:gd name="T91" fmla="*/ 190690 h 2578100"/>
                <a:gd name="T92" fmla="*/ 668529 w 2767013"/>
                <a:gd name="T93" fmla="*/ 367093 h 2578100"/>
                <a:gd name="T94" fmla="*/ 514098 w 2767013"/>
                <a:gd name="T95" fmla="*/ 454343 h 2578100"/>
                <a:gd name="T96" fmla="*/ 342792 w 2767013"/>
                <a:gd name="T97" fmla="*/ 398503 h 2578100"/>
                <a:gd name="T98" fmla="*/ 190527 w 2767013"/>
                <a:gd name="T99" fmla="*/ 441642 h 2578100"/>
                <a:gd name="T100" fmla="*/ 96216 w 2767013"/>
                <a:gd name="T101" fmla="*/ 623887 h 2578100"/>
                <a:gd name="T102" fmla="*/ 93994 w 2767013"/>
                <a:gd name="T103" fmla="*/ 860425 h 2578100"/>
                <a:gd name="T104" fmla="*/ 213708 w 2767013"/>
                <a:gd name="T105" fmla="*/ 1118235 h 2578100"/>
                <a:gd name="T106" fmla="*/ 1476905 w 2767013"/>
                <a:gd name="T107" fmla="*/ 1029017 h 2578100"/>
                <a:gd name="T108" fmla="*/ 1548670 w 2767013"/>
                <a:gd name="T109" fmla="*/ 805180 h 2578100"/>
                <a:gd name="T110" fmla="*/ 1503896 w 2767013"/>
                <a:gd name="T111" fmla="*/ 573087 h 2578100"/>
                <a:gd name="T112" fmla="*/ 1387357 w 2767013"/>
                <a:gd name="T113" fmla="*/ 404177 h 2578100"/>
                <a:gd name="T114" fmla="*/ 1214802 w 2767013"/>
                <a:gd name="T115" fmla="*/ 377957 h 2578100"/>
                <a:gd name="T116" fmla="*/ 1047917 w 2767013"/>
                <a:gd name="T117" fmla="*/ 442595 h 2578100"/>
                <a:gd name="T118" fmla="*/ 888646 w 2767013"/>
                <a:gd name="T119" fmla="*/ 362354 h 2578100"/>
                <a:gd name="T120" fmla="*/ 840738 w 2767013"/>
                <a:gd name="T121" fmla="*/ 187864 h 2578100"/>
                <a:gd name="T122" fmla="*/ 935602 w 2767013"/>
                <a:gd name="T123" fmla="*/ 37891 h 2578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67013" h="2578100">
                  <a:moveTo>
                    <a:pt x="332788" y="1286192"/>
                  </a:moveTo>
                  <a:lnTo>
                    <a:pt x="352476" y="1310640"/>
                  </a:lnTo>
                  <a:lnTo>
                    <a:pt x="372799" y="1335087"/>
                  </a:lnTo>
                  <a:lnTo>
                    <a:pt x="392804" y="1358582"/>
                  </a:lnTo>
                  <a:lnTo>
                    <a:pt x="413444" y="1381760"/>
                  </a:lnTo>
                  <a:lnTo>
                    <a:pt x="433767" y="1404620"/>
                  </a:lnTo>
                  <a:lnTo>
                    <a:pt x="454408" y="1426527"/>
                  </a:lnTo>
                  <a:lnTo>
                    <a:pt x="475366" y="1448117"/>
                  </a:lnTo>
                  <a:lnTo>
                    <a:pt x="495689" y="1468437"/>
                  </a:lnTo>
                  <a:lnTo>
                    <a:pt x="522998" y="1495107"/>
                  </a:lnTo>
                  <a:lnTo>
                    <a:pt x="549354" y="1519555"/>
                  </a:lnTo>
                  <a:lnTo>
                    <a:pt x="574758" y="1542097"/>
                  </a:lnTo>
                  <a:lnTo>
                    <a:pt x="599209" y="1563052"/>
                  </a:lnTo>
                  <a:lnTo>
                    <a:pt x="622707" y="1581785"/>
                  </a:lnTo>
                  <a:lnTo>
                    <a:pt x="644935" y="1598930"/>
                  </a:lnTo>
                  <a:lnTo>
                    <a:pt x="666211" y="1614487"/>
                  </a:lnTo>
                  <a:lnTo>
                    <a:pt x="685899" y="1628140"/>
                  </a:lnTo>
                  <a:lnTo>
                    <a:pt x="704634" y="1639887"/>
                  </a:lnTo>
                  <a:lnTo>
                    <a:pt x="722416" y="1650047"/>
                  </a:lnTo>
                  <a:lnTo>
                    <a:pt x="730673" y="1654492"/>
                  </a:lnTo>
                  <a:lnTo>
                    <a:pt x="738611" y="1658620"/>
                  </a:lnTo>
                  <a:lnTo>
                    <a:pt x="745915" y="1662430"/>
                  </a:lnTo>
                  <a:lnTo>
                    <a:pt x="753218" y="1665287"/>
                  </a:lnTo>
                  <a:lnTo>
                    <a:pt x="760204" y="1668145"/>
                  </a:lnTo>
                  <a:lnTo>
                    <a:pt x="766555" y="1670685"/>
                  </a:lnTo>
                  <a:lnTo>
                    <a:pt x="772271" y="1672272"/>
                  </a:lnTo>
                  <a:lnTo>
                    <a:pt x="777987" y="1673860"/>
                  </a:lnTo>
                  <a:lnTo>
                    <a:pt x="783385" y="1674812"/>
                  </a:lnTo>
                  <a:lnTo>
                    <a:pt x="788466" y="1675765"/>
                  </a:lnTo>
                  <a:lnTo>
                    <a:pt x="792912" y="1676082"/>
                  </a:lnTo>
                  <a:lnTo>
                    <a:pt x="797040" y="1676082"/>
                  </a:lnTo>
                  <a:lnTo>
                    <a:pt x="801168" y="1675765"/>
                  </a:lnTo>
                  <a:lnTo>
                    <a:pt x="805296" y="1674812"/>
                  </a:lnTo>
                  <a:lnTo>
                    <a:pt x="814822" y="1673225"/>
                  </a:lnTo>
                  <a:lnTo>
                    <a:pt x="824666" y="1670367"/>
                  </a:lnTo>
                  <a:lnTo>
                    <a:pt x="835463" y="1666240"/>
                  </a:lnTo>
                  <a:lnTo>
                    <a:pt x="847212" y="1661477"/>
                  </a:lnTo>
                  <a:lnTo>
                    <a:pt x="859279" y="1656080"/>
                  </a:lnTo>
                  <a:lnTo>
                    <a:pt x="872298" y="1649730"/>
                  </a:lnTo>
                  <a:lnTo>
                    <a:pt x="885635" y="1642427"/>
                  </a:lnTo>
                  <a:lnTo>
                    <a:pt x="899607" y="1634490"/>
                  </a:lnTo>
                  <a:lnTo>
                    <a:pt x="913896" y="1625917"/>
                  </a:lnTo>
                  <a:lnTo>
                    <a:pt x="929139" y="1616392"/>
                  </a:lnTo>
                  <a:lnTo>
                    <a:pt x="944381" y="1606232"/>
                  </a:lnTo>
                  <a:lnTo>
                    <a:pt x="960258" y="1595437"/>
                  </a:lnTo>
                  <a:lnTo>
                    <a:pt x="976453" y="1583690"/>
                  </a:lnTo>
                  <a:lnTo>
                    <a:pt x="992965" y="1571307"/>
                  </a:lnTo>
                  <a:lnTo>
                    <a:pt x="1010113" y="1558290"/>
                  </a:lnTo>
                  <a:lnTo>
                    <a:pt x="1026943" y="1544955"/>
                  </a:lnTo>
                  <a:lnTo>
                    <a:pt x="1044408" y="1530985"/>
                  </a:lnTo>
                  <a:lnTo>
                    <a:pt x="1062190" y="1516380"/>
                  </a:lnTo>
                  <a:lnTo>
                    <a:pt x="1079655" y="1501140"/>
                  </a:lnTo>
                  <a:lnTo>
                    <a:pt x="1097755" y="1485265"/>
                  </a:lnTo>
                  <a:lnTo>
                    <a:pt x="1116173" y="1469072"/>
                  </a:lnTo>
                  <a:lnTo>
                    <a:pt x="1133956" y="1452562"/>
                  </a:lnTo>
                  <a:lnTo>
                    <a:pt x="1152056" y="1435735"/>
                  </a:lnTo>
                  <a:lnTo>
                    <a:pt x="1170473" y="1418272"/>
                  </a:lnTo>
                  <a:lnTo>
                    <a:pt x="1188573" y="1400492"/>
                  </a:lnTo>
                  <a:lnTo>
                    <a:pt x="1206674" y="1382077"/>
                  </a:lnTo>
                  <a:lnTo>
                    <a:pt x="1224774" y="1363345"/>
                  </a:lnTo>
                  <a:lnTo>
                    <a:pt x="1242556" y="1344930"/>
                  </a:lnTo>
                  <a:lnTo>
                    <a:pt x="1260339" y="1325245"/>
                  </a:lnTo>
                  <a:lnTo>
                    <a:pt x="1277486" y="1305877"/>
                  </a:lnTo>
                  <a:lnTo>
                    <a:pt x="1294951" y="1286192"/>
                  </a:lnTo>
                  <a:lnTo>
                    <a:pt x="332788" y="1286192"/>
                  </a:lnTo>
                  <a:close/>
                  <a:moveTo>
                    <a:pt x="1059021" y="0"/>
                  </a:moveTo>
                  <a:lnTo>
                    <a:pt x="1070443" y="318"/>
                  </a:lnTo>
                  <a:lnTo>
                    <a:pt x="1081547" y="1274"/>
                  </a:lnTo>
                  <a:lnTo>
                    <a:pt x="1092652" y="2547"/>
                  </a:lnTo>
                  <a:lnTo>
                    <a:pt x="1103439" y="4776"/>
                  </a:lnTo>
                  <a:lnTo>
                    <a:pt x="1114226" y="7323"/>
                  </a:lnTo>
                  <a:lnTo>
                    <a:pt x="1124696" y="10189"/>
                  </a:lnTo>
                  <a:lnTo>
                    <a:pt x="1134849" y="13692"/>
                  </a:lnTo>
                  <a:lnTo>
                    <a:pt x="1144684" y="17831"/>
                  </a:lnTo>
                  <a:lnTo>
                    <a:pt x="1154520" y="21970"/>
                  </a:lnTo>
                  <a:lnTo>
                    <a:pt x="1164038" y="26747"/>
                  </a:lnTo>
                  <a:lnTo>
                    <a:pt x="1173239" y="32160"/>
                  </a:lnTo>
                  <a:lnTo>
                    <a:pt x="1182123" y="37891"/>
                  </a:lnTo>
                  <a:lnTo>
                    <a:pt x="1190689" y="43941"/>
                  </a:lnTo>
                  <a:lnTo>
                    <a:pt x="1199255" y="50946"/>
                  </a:lnTo>
                  <a:lnTo>
                    <a:pt x="1207187" y="57633"/>
                  </a:lnTo>
                  <a:lnTo>
                    <a:pt x="1214802" y="64956"/>
                  </a:lnTo>
                  <a:lnTo>
                    <a:pt x="1222416" y="72598"/>
                  </a:lnTo>
                  <a:lnTo>
                    <a:pt x="1229079" y="80877"/>
                  </a:lnTo>
                  <a:lnTo>
                    <a:pt x="1235742" y="89156"/>
                  </a:lnTo>
                  <a:lnTo>
                    <a:pt x="1241770" y="97753"/>
                  </a:lnTo>
                  <a:lnTo>
                    <a:pt x="1247481" y="106668"/>
                  </a:lnTo>
                  <a:lnTo>
                    <a:pt x="1252874" y="116221"/>
                  </a:lnTo>
                  <a:lnTo>
                    <a:pt x="1257633" y="125455"/>
                  </a:lnTo>
                  <a:lnTo>
                    <a:pt x="1262392" y="135326"/>
                  </a:lnTo>
                  <a:lnTo>
                    <a:pt x="1266200" y="145515"/>
                  </a:lnTo>
                  <a:lnTo>
                    <a:pt x="1269372" y="155704"/>
                  </a:lnTo>
                  <a:lnTo>
                    <a:pt x="1272545" y="166212"/>
                  </a:lnTo>
                  <a:lnTo>
                    <a:pt x="1275083" y="176719"/>
                  </a:lnTo>
                  <a:lnTo>
                    <a:pt x="1276987" y="187864"/>
                  </a:lnTo>
                  <a:lnTo>
                    <a:pt x="1278573" y="198690"/>
                  </a:lnTo>
                  <a:lnTo>
                    <a:pt x="1279208" y="210153"/>
                  </a:lnTo>
                  <a:lnTo>
                    <a:pt x="1279525" y="221616"/>
                  </a:lnTo>
                  <a:lnTo>
                    <a:pt x="1279423" y="225313"/>
                  </a:lnTo>
                  <a:lnTo>
                    <a:pt x="1289553" y="230822"/>
                  </a:lnTo>
                  <a:lnTo>
                    <a:pt x="1307653" y="241617"/>
                  </a:lnTo>
                  <a:lnTo>
                    <a:pt x="1326071" y="253047"/>
                  </a:lnTo>
                  <a:lnTo>
                    <a:pt x="1344488" y="265430"/>
                  </a:lnTo>
                  <a:lnTo>
                    <a:pt x="1363224" y="278765"/>
                  </a:lnTo>
                  <a:lnTo>
                    <a:pt x="1381641" y="292735"/>
                  </a:lnTo>
                  <a:lnTo>
                    <a:pt x="1400059" y="307657"/>
                  </a:lnTo>
                  <a:lnTo>
                    <a:pt x="1418159" y="323532"/>
                  </a:lnTo>
                  <a:lnTo>
                    <a:pt x="1427050" y="331787"/>
                  </a:lnTo>
                  <a:lnTo>
                    <a:pt x="1436259" y="340360"/>
                  </a:lnTo>
                  <a:lnTo>
                    <a:pt x="1445150" y="349567"/>
                  </a:lnTo>
                  <a:lnTo>
                    <a:pt x="1453724" y="358457"/>
                  </a:lnTo>
                  <a:lnTo>
                    <a:pt x="1462298" y="367665"/>
                  </a:lnTo>
                  <a:lnTo>
                    <a:pt x="1471189" y="377190"/>
                  </a:lnTo>
                  <a:lnTo>
                    <a:pt x="1479763" y="386715"/>
                  </a:lnTo>
                  <a:lnTo>
                    <a:pt x="1488019" y="396875"/>
                  </a:lnTo>
                  <a:lnTo>
                    <a:pt x="1495958" y="407035"/>
                  </a:lnTo>
                  <a:lnTo>
                    <a:pt x="1504214" y="417512"/>
                  </a:lnTo>
                  <a:lnTo>
                    <a:pt x="1511517" y="428307"/>
                  </a:lnTo>
                  <a:lnTo>
                    <a:pt x="1519456" y="439420"/>
                  </a:lnTo>
                  <a:lnTo>
                    <a:pt x="1527077" y="450532"/>
                  </a:lnTo>
                  <a:lnTo>
                    <a:pt x="1534381" y="461962"/>
                  </a:lnTo>
                  <a:lnTo>
                    <a:pt x="1541367" y="473392"/>
                  </a:lnTo>
                  <a:lnTo>
                    <a:pt x="1548353" y="485775"/>
                  </a:lnTo>
                  <a:lnTo>
                    <a:pt x="1554704" y="497840"/>
                  </a:lnTo>
                  <a:lnTo>
                    <a:pt x="1561372" y="510222"/>
                  </a:lnTo>
                  <a:lnTo>
                    <a:pt x="1567405" y="523240"/>
                  </a:lnTo>
                  <a:lnTo>
                    <a:pt x="1573439" y="535940"/>
                  </a:lnTo>
                  <a:lnTo>
                    <a:pt x="1579155" y="548957"/>
                  </a:lnTo>
                  <a:lnTo>
                    <a:pt x="1584553" y="562610"/>
                  </a:lnTo>
                  <a:lnTo>
                    <a:pt x="1589634" y="576262"/>
                  </a:lnTo>
                  <a:lnTo>
                    <a:pt x="1594714" y="590232"/>
                  </a:lnTo>
                  <a:lnTo>
                    <a:pt x="1599160" y="604837"/>
                  </a:lnTo>
                  <a:lnTo>
                    <a:pt x="1603288" y="619125"/>
                  </a:lnTo>
                  <a:lnTo>
                    <a:pt x="1607416" y="634047"/>
                  </a:lnTo>
                  <a:lnTo>
                    <a:pt x="1610909" y="648970"/>
                  </a:lnTo>
                  <a:lnTo>
                    <a:pt x="1614085" y="664210"/>
                  </a:lnTo>
                  <a:lnTo>
                    <a:pt x="1617260" y="680085"/>
                  </a:lnTo>
                  <a:lnTo>
                    <a:pt x="1619800" y="695642"/>
                  </a:lnTo>
                  <a:lnTo>
                    <a:pt x="1622023" y="711835"/>
                  </a:lnTo>
                  <a:lnTo>
                    <a:pt x="1623928" y="728027"/>
                  </a:lnTo>
                  <a:lnTo>
                    <a:pt x="1625199" y="744537"/>
                  </a:lnTo>
                  <a:lnTo>
                    <a:pt x="1626469" y="761682"/>
                  </a:lnTo>
                  <a:lnTo>
                    <a:pt x="1627104" y="778827"/>
                  </a:lnTo>
                  <a:lnTo>
                    <a:pt x="1627104" y="795655"/>
                  </a:lnTo>
                  <a:lnTo>
                    <a:pt x="1626469" y="813117"/>
                  </a:lnTo>
                  <a:lnTo>
                    <a:pt x="1624564" y="830580"/>
                  </a:lnTo>
                  <a:lnTo>
                    <a:pt x="1622023" y="848360"/>
                  </a:lnTo>
                  <a:lnTo>
                    <a:pt x="1618848" y="866140"/>
                  </a:lnTo>
                  <a:lnTo>
                    <a:pt x="1615037" y="884555"/>
                  </a:lnTo>
                  <a:lnTo>
                    <a:pt x="1610274" y="902970"/>
                  </a:lnTo>
                  <a:lnTo>
                    <a:pt x="1604876" y="921702"/>
                  </a:lnTo>
                  <a:lnTo>
                    <a:pt x="1598842" y="940117"/>
                  </a:lnTo>
                  <a:lnTo>
                    <a:pt x="1591856" y="958850"/>
                  </a:lnTo>
                  <a:lnTo>
                    <a:pt x="1584553" y="977900"/>
                  </a:lnTo>
                  <a:lnTo>
                    <a:pt x="1576297" y="996950"/>
                  </a:lnTo>
                  <a:lnTo>
                    <a:pt x="1567723" y="1016635"/>
                  </a:lnTo>
                  <a:lnTo>
                    <a:pt x="1558832" y="1035685"/>
                  </a:lnTo>
                  <a:lnTo>
                    <a:pt x="1548670" y="1055052"/>
                  </a:lnTo>
                  <a:lnTo>
                    <a:pt x="1538509" y="1074420"/>
                  </a:lnTo>
                  <a:lnTo>
                    <a:pt x="1527395" y="1093787"/>
                  </a:lnTo>
                  <a:lnTo>
                    <a:pt x="1516280" y="1113155"/>
                  </a:lnTo>
                  <a:lnTo>
                    <a:pt x="1504531" y="1132522"/>
                  </a:lnTo>
                  <a:lnTo>
                    <a:pt x="1492147" y="1152207"/>
                  </a:lnTo>
                  <a:lnTo>
                    <a:pt x="1479445" y="1171575"/>
                  </a:lnTo>
                  <a:lnTo>
                    <a:pt x="1466426" y="1190625"/>
                  </a:lnTo>
                  <a:lnTo>
                    <a:pt x="1452771" y="1209992"/>
                  </a:lnTo>
                  <a:lnTo>
                    <a:pt x="1438799" y="1229042"/>
                  </a:lnTo>
                  <a:lnTo>
                    <a:pt x="1424510" y="1248410"/>
                  </a:lnTo>
                  <a:lnTo>
                    <a:pt x="1409903" y="1267142"/>
                  </a:lnTo>
                  <a:lnTo>
                    <a:pt x="1395296" y="1286192"/>
                  </a:lnTo>
                  <a:lnTo>
                    <a:pt x="1380054" y="1304925"/>
                  </a:lnTo>
                  <a:lnTo>
                    <a:pt x="1364494" y="1323340"/>
                  </a:lnTo>
                  <a:lnTo>
                    <a:pt x="1348616" y="1342072"/>
                  </a:lnTo>
                  <a:lnTo>
                    <a:pt x="1333057" y="1359852"/>
                  </a:lnTo>
                  <a:lnTo>
                    <a:pt x="1317179" y="1377950"/>
                  </a:lnTo>
                  <a:lnTo>
                    <a:pt x="1300667" y="1395730"/>
                  </a:lnTo>
                  <a:lnTo>
                    <a:pt x="1284472" y="1413192"/>
                  </a:lnTo>
                  <a:lnTo>
                    <a:pt x="1267960" y="1430337"/>
                  </a:lnTo>
                  <a:lnTo>
                    <a:pt x="1251448" y="1447482"/>
                  </a:lnTo>
                  <a:lnTo>
                    <a:pt x="1234300" y="1464310"/>
                  </a:lnTo>
                  <a:lnTo>
                    <a:pt x="1217788" y="1480820"/>
                  </a:lnTo>
                  <a:lnTo>
                    <a:pt x="1200958" y="1496695"/>
                  </a:lnTo>
                  <a:lnTo>
                    <a:pt x="1184128" y="1512252"/>
                  </a:lnTo>
                  <a:lnTo>
                    <a:pt x="1167298" y="1527810"/>
                  </a:lnTo>
                  <a:lnTo>
                    <a:pt x="1150150" y="1543050"/>
                  </a:lnTo>
                  <a:lnTo>
                    <a:pt x="1133638" y="1557655"/>
                  </a:lnTo>
                  <a:lnTo>
                    <a:pt x="1116808" y="1571625"/>
                  </a:lnTo>
                  <a:lnTo>
                    <a:pt x="1100296" y="1585595"/>
                  </a:lnTo>
                  <a:lnTo>
                    <a:pt x="1083783" y="1598930"/>
                  </a:lnTo>
                  <a:lnTo>
                    <a:pt x="1067271" y="1611947"/>
                  </a:lnTo>
                  <a:lnTo>
                    <a:pt x="1051076" y="1624647"/>
                  </a:lnTo>
                  <a:lnTo>
                    <a:pt x="1034881" y="1636395"/>
                  </a:lnTo>
                  <a:lnTo>
                    <a:pt x="1019004" y="1648142"/>
                  </a:lnTo>
                  <a:lnTo>
                    <a:pt x="1003444" y="1658937"/>
                  </a:lnTo>
                  <a:lnTo>
                    <a:pt x="988202" y="1669415"/>
                  </a:lnTo>
                  <a:lnTo>
                    <a:pt x="972960" y="1679575"/>
                  </a:lnTo>
                  <a:lnTo>
                    <a:pt x="957718" y="1688783"/>
                  </a:lnTo>
                  <a:lnTo>
                    <a:pt x="943428" y="1697990"/>
                  </a:lnTo>
                  <a:lnTo>
                    <a:pt x="929139" y="1706245"/>
                  </a:lnTo>
                  <a:lnTo>
                    <a:pt x="915167" y="1713865"/>
                  </a:lnTo>
                  <a:lnTo>
                    <a:pt x="901512" y="1720850"/>
                  </a:lnTo>
                  <a:lnTo>
                    <a:pt x="888493" y="1726883"/>
                  </a:lnTo>
                  <a:lnTo>
                    <a:pt x="875473" y="1732915"/>
                  </a:lnTo>
                  <a:lnTo>
                    <a:pt x="863407" y="1737678"/>
                  </a:lnTo>
                  <a:lnTo>
                    <a:pt x="851340" y="1742440"/>
                  </a:lnTo>
                  <a:lnTo>
                    <a:pt x="839908" y="1746250"/>
                  </a:lnTo>
                  <a:lnTo>
                    <a:pt x="829112" y="1749108"/>
                  </a:lnTo>
                  <a:lnTo>
                    <a:pt x="835145" y="1778953"/>
                  </a:lnTo>
                  <a:lnTo>
                    <a:pt x="839273" y="1797368"/>
                  </a:lnTo>
                  <a:lnTo>
                    <a:pt x="843719" y="1818323"/>
                  </a:lnTo>
                  <a:lnTo>
                    <a:pt x="849117" y="1841500"/>
                  </a:lnTo>
                  <a:lnTo>
                    <a:pt x="855468" y="1866265"/>
                  </a:lnTo>
                  <a:lnTo>
                    <a:pt x="862136" y="1892300"/>
                  </a:lnTo>
                  <a:lnTo>
                    <a:pt x="870075" y="1920558"/>
                  </a:lnTo>
                  <a:lnTo>
                    <a:pt x="878649" y="1949768"/>
                  </a:lnTo>
                  <a:lnTo>
                    <a:pt x="887858" y="1979930"/>
                  </a:lnTo>
                  <a:lnTo>
                    <a:pt x="898019" y="2010728"/>
                  </a:lnTo>
                  <a:lnTo>
                    <a:pt x="908816" y="2042478"/>
                  </a:lnTo>
                  <a:lnTo>
                    <a:pt x="920882" y="2074545"/>
                  </a:lnTo>
                  <a:lnTo>
                    <a:pt x="933902" y="2106613"/>
                  </a:lnTo>
                  <a:lnTo>
                    <a:pt x="940570" y="2122805"/>
                  </a:lnTo>
                  <a:lnTo>
                    <a:pt x="947556" y="2138998"/>
                  </a:lnTo>
                  <a:lnTo>
                    <a:pt x="954542" y="2155190"/>
                  </a:lnTo>
                  <a:lnTo>
                    <a:pt x="961846" y="2171383"/>
                  </a:lnTo>
                  <a:lnTo>
                    <a:pt x="969784" y="2187258"/>
                  </a:lnTo>
                  <a:lnTo>
                    <a:pt x="977723" y="2203133"/>
                  </a:lnTo>
                  <a:lnTo>
                    <a:pt x="985662" y="2219008"/>
                  </a:lnTo>
                  <a:lnTo>
                    <a:pt x="993918" y="2234565"/>
                  </a:lnTo>
                  <a:lnTo>
                    <a:pt x="1002492" y="2249805"/>
                  </a:lnTo>
                  <a:lnTo>
                    <a:pt x="1011383" y="2265045"/>
                  </a:lnTo>
                  <a:lnTo>
                    <a:pt x="1020274" y="2279650"/>
                  </a:lnTo>
                  <a:lnTo>
                    <a:pt x="1029801" y="2294573"/>
                  </a:lnTo>
                  <a:lnTo>
                    <a:pt x="1039327" y="2308860"/>
                  </a:lnTo>
                  <a:lnTo>
                    <a:pt x="1049488" y="2322830"/>
                  </a:lnTo>
                  <a:lnTo>
                    <a:pt x="1059650" y="2336483"/>
                  </a:lnTo>
                  <a:lnTo>
                    <a:pt x="1070129" y="2349818"/>
                  </a:lnTo>
                  <a:lnTo>
                    <a:pt x="1080608" y="2362835"/>
                  </a:lnTo>
                  <a:lnTo>
                    <a:pt x="1091404" y="2375218"/>
                  </a:lnTo>
                  <a:lnTo>
                    <a:pt x="1102518" y="2387283"/>
                  </a:lnTo>
                  <a:lnTo>
                    <a:pt x="1113950" y="2399030"/>
                  </a:lnTo>
                  <a:lnTo>
                    <a:pt x="1125699" y="2410143"/>
                  </a:lnTo>
                  <a:lnTo>
                    <a:pt x="1137766" y="2420620"/>
                  </a:lnTo>
                  <a:lnTo>
                    <a:pt x="1149833" y="2430780"/>
                  </a:lnTo>
                  <a:lnTo>
                    <a:pt x="1162535" y="2439988"/>
                  </a:lnTo>
                  <a:lnTo>
                    <a:pt x="1175554" y="2449195"/>
                  </a:lnTo>
                  <a:lnTo>
                    <a:pt x="1188256" y="2457450"/>
                  </a:lnTo>
                  <a:lnTo>
                    <a:pt x="1201593" y="2464753"/>
                  </a:lnTo>
                  <a:lnTo>
                    <a:pt x="1215565" y="2471738"/>
                  </a:lnTo>
                  <a:lnTo>
                    <a:pt x="1229219" y="2478088"/>
                  </a:lnTo>
                  <a:lnTo>
                    <a:pt x="1243826" y="2483485"/>
                  </a:lnTo>
                  <a:lnTo>
                    <a:pt x="1258116" y="2488565"/>
                  </a:lnTo>
                  <a:lnTo>
                    <a:pt x="1273358" y="2492693"/>
                  </a:lnTo>
                  <a:lnTo>
                    <a:pt x="1288283" y="2495868"/>
                  </a:lnTo>
                  <a:lnTo>
                    <a:pt x="1295904" y="2496820"/>
                  </a:lnTo>
                  <a:lnTo>
                    <a:pt x="1303842" y="2498090"/>
                  </a:lnTo>
                  <a:lnTo>
                    <a:pt x="1311781" y="2499043"/>
                  </a:lnTo>
                  <a:lnTo>
                    <a:pt x="1319720" y="2499678"/>
                  </a:lnTo>
                  <a:lnTo>
                    <a:pt x="1327658" y="2499995"/>
                  </a:lnTo>
                  <a:lnTo>
                    <a:pt x="1335597" y="2500630"/>
                  </a:lnTo>
                  <a:lnTo>
                    <a:pt x="1347981" y="2500630"/>
                  </a:lnTo>
                  <a:lnTo>
                    <a:pt x="1360048" y="2499678"/>
                  </a:lnTo>
                  <a:lnTo>
                    <a:pt x="1371797" y="2499043"/>
                  </a:lnTo>
                  <a:lnTo>
                    <a:pt x="1383229" y="2498090"/>
                  </a:lnTo>
                  <a:lnTo>
                    <a:pt x="1394660" y="2496185"/>
                  </a:lnTo>
                  <a:lnTo>
                    <a:pt x="1405457" y="2494280"/>
                  </a:lnTo>
                  <a:lnTo>
                    <a:pt x="1416254" y="2491740"/>
                  </a:lnTo>
                  <a:lnTo>
                    <a:pt x="1427050" y="2489200"/>
                  </a:lnTo>
                  <a:lnTo>
                    <a:pt x="1437529" y="2486343"/>
                  </a:lnTo>
                  <a:lnTo>
                    <a:pt x="1447691" y="2483168"/>
                  </a:lnTo>
                  <a:lnTo>
                    <a:pt x="1457217" y="2479358"/>
                  </a:lnTo>
                  <a:lnTo>
                    <a:pt x="1467061" y="2475230"/>
                  </a:lnTo>
                  <a:lnTo>
                    <a:pt x="1476587" y="2471103"/>
                  </a:lnTo>
                  <a:lnTo>
                    <a:pt x="1485479" y="2466658"/>
                  </a:lnTo>
                  <a:lnTo>
                    <a:pt x="1494370" y="2461578"/>
                  </a:lnTo>
                  <a:lnTo>
                    <a:pt x="1503261" y="2456498"/>
                  </a:lnTo>
                  <a:lnTo>
                    <a:pt x="1511517" y="2450783"/>
                  </a:lnTo>
                  <a:lnTo>
                    <a:pt x="1520409" y="2445068"/>
                  </a:lnTo>
                  <a:lnTo>
                    <a:pt x="1528347" y="2439353"/>
                  </a:lnTo>
                  <a:lnTo>
                    <a:pt x="1536286" y="2433003"/>
                  </a:lnTo>
                  <a:lnTo>
                    <a:pt x="1543907" y="2426335"/>
                  </a:lnTo>
                  <a:lnTo>
                    <a:pt x="1551528" y="2419668"/>
                  </a:lnTo>
                  <a:lnTo>
                    <a:pt x="1558832" y="2412365"/>
                  </a:lnTo>
                  <a:lnTo>
                    <a:pt x="1566135" y="2405063"/>
                  </a:lnTo>
                  <a:lnTo>
                    <a:pt x="1573121" y="2397760"/>
                  </a:lnTo>
                  <a:lnTo>
                    <a:pt x="1580107" y="2390140"/>
                  </a:lnTo>
                  <a:lnTo>
                    <a:pt x="1586776" y="2381885"/>
                  </a:lnTo>
                  <a:lnTo>
                    <a:pt x="1593444" y="2373948"/>
                  </a:lnTo>
                  <a:lnTo>
                    <a:pt x="1599478" y="2365375"/>
                  </a:lnTo>
                  <a:lnTo>
                    <a:pt x="1605828" y="2357120"/>
                  </a:lnTo>
                  <a:lnTo>
                    <a:pt x="1611544" y="2347913"/>
                  </a:lnTo>
                  <a:lnTo>
                    <a:pt x="1617895" y="2339023"/>
                  </a:lnTo>
                  <a:lnTo>
                    <a:pt x="1629327" y="2320608"/>
                  </a:lnTo>
                  <a:lnTo>
                    <a:pt x="1640123" y="2301558"/>
                  </a:lnTo>
                  <a:lnTo>
                    <a:pt x="1650285" y="2281873"/>
                  </a:lnTo>
                  <a:lnTo>
                    <a:pt x="1660129" y="2261870"/>
                  </a:lnTo>
                  <a:lnTo>
                    <a:pt x="1669655" y="2241233"/>
                  </a:lnTo>
                  <a:lnTo>
                    <a:pt x="1678546" y="2219960"/>
                  </a:lnTo>
                  <a:lnTo>
                    <a:pt x="1687120" y="2198370"/>
                  </a:lnTo>
                  <a:lnTo>
                    <a:pt x="1695376" y="2176463"/>
                  </a:lnTo>
                  <a:lnTo>
                    <a:pt x="1703315" y="2154555"/>
                  </a:lnTo>
                  <a:lnTo>
                    <a:pt x="1710936" y="2132330"/>
                  </a:lnTo>
                  <a:lnTo>
                    <a:pt x="1718557" y="2110105"/>
                  </a:lnTo>
                  <a:lnTo>
                    <a:pt x="1725543" y="2087245"/>
                  </a:lnTo>
                  <a:lnTo>
                    <a:pt x="1739833" y="2042478"/>
                  </a:lnTo>
                  <a:lnTo>
                    <a:pt x="1752852" y="1997393"/>
                  </a:lnTo>
                  <a:lnTo>
                    <a:pt x="1764601" y="1958340"/>
                  </a:lnTo>
                  <a:lnTo>
                    <a:pt x="1776350" y="1920240"/>
                  </a:lnTo>
                  <a:lnTo>
                    <a:pt x="1788100" y="1883093"/>
                  </a:lnTo>
                  <a:lnTo>
                    <a:pt x="1794450" y="1864995"/>
                  </a:lnTo>
                  <a:lnTo>
                    <a:pt x="1800802" y="1847850"/>
                  </a:lnTo>
                  <a:lnTo>
                    <a:pt x="1806835" y="1830705"/>
                  </a:lnTo>
                  <a:lnTo>
                    <a:pt x="1813821" y="1814195"/>
                  </a:lnTo>
                  <a:lnTo>
                    <a:pt x="1820172" y="1798320"/>
                  </a:lnTo>
                  <a:lnTo>
                    <a:pt x="1827475" y="1783080"/>
                  </a:lnTo>
                  <a:lnTo>
                    <a:pt x="1834461" y="1768475"/>
                  </a:lnTo>
                  <a:lnTo>
                    <a:pt x="1842082" y="1754505"/>
                  </a:lnTo>
                  <a:lnTo>
                    <a:pt x="1849704" y="1741170"/>
                  </a:lnTo>
                  <a:lnTo>
                    <a:pt x="1857960" y="1728470"/>
                  </a:lnTo>
                  <a:lnTo>
                    <a:pt x="1864946" y="1718628"/>
                  </a:lnTo>
                  <a:lnTo>
                    <a:pt x="1871614" y="1709103"/>
                  </a:lnTo>
                  <a:lnTo>
                    <a:pt x="1878918" y="1699578"/>
                  </a:lnTo>
                  <a:lnTo>
                    <a:pt x="1885586" y="1691005"/>
                  </a:lnTo>
                  <a:lnTo>
                    <a:pt x="1892890" y="1682433"/>
                  </a:lnTo>
                  <a:lnTo>
                    <a:pt x="1899558" y="1674495"/>
                  </a:lnTo>
                  <a:lnTo>
                    <a:pt x="1906862" y="1666557"/>
                  </a:lnTo>
                  <a:lnTo>
                    <a:pt x="1914165" y="1659572"/>
                  </a:lnTo>
                  <a:lnTo>
                    <a:pt x="1920834" y="1652270"/>
                  </a:lnTo>
                  <a:lnTo>
                    <a:pt x="1928137" y="1645285"/>
                  </a:lnTo>
                  <a:lnTo>
                    <a:pt x="1935441" y="1638935"/>
                  </a:lnTo>
                  <a:lnTo>
                    <a:pt x="1942109" y="1632902"/>
                  </a:lnTo>
                  <a:lnTo>
                    <a:pt x="1949413" y="1627187"/>
                  </a:lnTo>
                  <a:lnTo>
                    <a:pt x="1956081" y="1621790"/>
                  </a:lnTo>
                  <a:lnTo>
                    <a:pt x="1970053" y="1611312"/>
                  </a:lnTo>
                  <a:lnTo>
                    <a:pt x="1983708" y="1602105"/>
                  </a:lnTo>
                  <a:lnTo>
                    <a:pt x="1997680" y="1594485"/>
                  </a:lnTo>
                  <a:lnTo>
                    <a:pt x="2010699" y="1587182"/>
                  </a:lnTo>
                  <a:lnTo>
                    <a:pt x="2024036" y="1581150"/>
                  </a:lnTo>
                  <a:lnTo>
                    <a:pt x="2036738" y="1575752"/>
                  </a:lnTo>
                  <a:lnTo>
                    <a:pt x="2049440" y="1571307"/>
                  </a:lnTo>
                  <a:lnTo>
                    <a:pt x="2061506" y="1567497"/>
                  </a:lnTo>
                  <a:lnTo>
                    <a:pt x="2073256" y="1564640"/>
                  </a:lnTo>
                  <a:lnTo>
                    <a:pt x="2085005" y="1562100"/>
                  </a:lnTo>
                  <a:lnTo>
                    <a:pt x="2096119" y="1560195"/>
                  </a:lnTo>
                  <a:lnTo>
                    <a:pt x="2106598" y="1559242"/>
                  </a:lnTo>
                  <a:lnTo>
                    <a:pt x="2116442" y="1557972"/>
                  </a:lnTo>
                  <a:lnTo>
                    <a:pt x="2125968" y="1557655"/>
                  </a:lnTo>
                  <a:lnTo>
                    <a:pt x="2134860" y="1557655"/>
                  </a:lnTo>
                  <a:lnTo>
                    <a:pt x="2143116" y="1557972"/>
                  </a:lnTo>
                  <a:lnTo>
                    <a:pt x="2150737" y="1558290"/>
                  </a:lnTo>
                  <a:lnTo>
                    <a:pt x="2157723" y="1559242"/>
                  </a:lnTo>
                  <a:lnTo>
                    <a:pt x="2162839" y="1559781"/>
                  </a:lnTo>
                  <a:lnTo>
                    <a:pt x="2167906" y="1548627"/>
                  </a:lnTo>
                  <a:lnTo>
                    <a:pt x="2174894" y="1534961"/>
                  </a:lnTo>
                  <a:lnTo>
                    <a:pt x="2182518" y="1521930"/>
                  </a:lnTo>
                  <a:lnTo>
                    <a:pt x="2190777" y="1508900"/>
                  </a:lnTo>
                  <a:lnTo>
                    <a:pt x="2199354" y="1496822"/>
                  </a:lnTo>
                  <a:lnTo>
                    <a:pt x="2208566" y="1484745"/>
                  </a:lnTo>
                  <a:lnTo>
                    <a:pt x="2218731" y="1473304"/>
                  </a:lnTo>
                  <a:lnTo>
                    <a:pt x="2229214" y="1462498"/>
                  </a:lnTo>
                  <a:lnTo>
                    <a:pt x="2240015" y="1452010"/>
                  </a:lnTo>
                  <a:lnTo>
                    <a:pt x="2251450" y="1442157"/>
                  </a:lnTo>
                  <a:lnTo>
                    <a:pt x="2263204" y="1432623"/>
                  </a:lnTo>
                  <a:lnTo>
                    <a:pt x="2275593" y="1424042"/>
                  </a:lnTo>
                  <a:lnTo>
                    <a:pt x="2288617" y="1415778"/>
                  </a:lnTo>
                  <a:lnTo>
                    <a:pt x="2301958" y="1408151"/>
                  </a:lnTo>
                  <a:lnTo>
                    <a:pt x="2315300" y="1401158"/>
                  </a:lnTo>
                  <a:lnTo>
                    <a:pt x="2329277" y="1394802"/>
                  </a:lnTo>
                  <a:lnTo>
                    <a:pt x="2343572" y="1389081"/>
                  </a:lnTo>
                  <a:lnTo>
                    <a:pt x="2358184" y="1383996"/>
                  </a:lnTo>
                  <a:lnTo>
                    <a:pt x="2373114" y="1380182"/>
                  </a:lnTo>
                  <a:lnTo>
                    <a:pt x="2388680" y="1376686"/>
                  </a:lnTo>
                  <a:lnTo>
                    <a:pt x="2403927" y="1373508"/>
                  </a:lnTo>
                  <a:lnTo>
                    <a:pt x="2419493" y="1371919"/>
                  </a:lnTo>
                  <a:lnTo>
                    <a:pt x="2435693" y="1370330"/>
                  </a:lnTo>
                  <a:lnTo>
                    <a:pt x="2451894" y="1370012"/>
                  </a:lnTo>
                  <a:lnTo>
                    <a:pt x="2468095" y="1370330"/>
                  </a:lnTo>
                  <a:lnTo>
                    <a:pt x="2484295" y="1371919"/>
                  </a:lnTo>
                  <a:lnTo>
                    <a:pt x="2499861" y="1373508"/>
                  </a:lnTo>
                  <a:lnTo>
                    <a:pt x="2515426" y="1376686"/>
                  </a:lnTo>
                  <a:lnTo>
                    <a:pt x="2530674" y="1380182"/>
                  </a:lnTo>
                  <a:lnTo>
                    <a:pt x="2545286" y="1383996"/>
                  </a:lnTo>
                  <a:lnTo>
                    <a:pt x="2560216" y="1389081"/>
                  </a:lnTo>
                  <a:lnTo>
                    <a:pt x="2574511" y="1394802"/>
                  </a:lnTo>
                  <a:lnTo>
                    <a:pt x="2588488" y="1401158"/>
                  </a:lnTo>
                  <a:lnTo>
                    <a:pt x="2601830" y="1408151"/>
                  </a:lnTo>
                  <a:lnTo>
                    <a:pt x="2615171" y="1415778"/>
                  </a:lnTo>
                  <a:lnTo>
                    <a:pt x="2628195" y="1424042"/>
                  </a:lnTo>
                  <a:lnTo>
                    <a:pt x="2640267" y="1432623"/>
                  </a:lnTo>
                  <a:lnTo>
                    <a:pt x="2652338" y="1442157"/>
                  </a:lnTo>
                  <a:lnTo>
                    <a:pt x="2663773" y="1452010"/>
                  </a:lnTo>
                  <a:lnTo>
                    <a:pt x="2674574" y="1462498"/>
                  </a:lnTo>
                  <a:lnTo>
                    <a:pt x="2685057" y="1473304"/>
                  </a:lnTo>
                  <a:lnTo>
                    <a:pt x="2694904" y="1484745"/>
                  </a:lnTo>
                  <a:lnTo>
                    <a:pt x="2704434" y="1496822"/>
                  </a:lnTo>
                  <a:lnTo>
                    <a:pt x="2713011" y="1508900"/>
                  </a:lnTo>
                  <a:lnTo>
                    <a:pt x="2721270" y="1521930"/>
                  </a:lnTo>
                  <a:lnTo>
                    <a:pt x="2728894" y="1534961"/>
                  </a:lnTo>
                  <a:lnTo>
                    <a:pt x="2735565" y="1548627"/>
                  </a:lnTo>
                  <a:lnTo>
                    <a:pt x="2742236" y="1562611"/>
                  </a:lnTo>
                  <a:lnTo>
                    <a:pt x="2747953" y="1576913"/>
                  </a:lnTo>
                  <a:lnTo>
                    <a:pt x="2752718" y="1591533"/>
                  </a:lnTo>
                  <a:lnTo>
                    <a:pt x="2756848" y="1606471"/>
                  </a:lnTo>
                  <a:lnTo>
                    <a:pt x="2760660" y="1621726"/>
                  </a:lnTo>
                  <a:lnTo>
                    <a:pt x="2763519" y="1636981"/>
                  </a:lnTo>
                  <a:lnTo>
                    <a:pt x="2765107" y="1652872"/>
                  </a:lnTo>
                  <a:lnTo>
                    <a:pt x="2766695" y="1669081"/>
                  </a:lnTo>
                  <a:lnTo>
                    <a:pt x="2767013" y="1685290"/>
                  </a:lnTo>
                  <a:lnTo>
                    <a:pt x="2766695" y="1701499"/>
                  </a:lnTo>
                  <a:lnTo>
                    <a:pt x="2765107" y="1717390"/>
                  </a:lnTo>
                  <a:lnTo>
                    <a:pt x="2763519" y="1733281"/>
                  </a:lnTo>
                  <a:lnTo>
                    <a:pt x="2760660" y="1748854"/>
                  </a:lnTo>
                  <a:lnTo>
                    <a:pt x="2756848" y="1764110"/>
                  </a:lnTo>
                  <a:lnTo>
                    <a:pt x="2752718" y="1779047"/>
                  </a:lnTo>
                  <a:lnTo>
                    <a:pt x="2747953" y="1793667"/>
                  </a:lnTo>
                  <a:lnTo>
                    <a:pt x="2742236" y="1807969"/>
                  </a:lnTo>
                  <a:lnTo>
                    <a:pt x="2735565" y="1821635"/>
                  </a:lnTo>
                  <a:lnTo>
                    <a:pt x="2728894" y="1835619"/>
                  </a:lnTo>
                  <a:lnTo>
                    <a:pt x="2721270" y="1848650"/>
                  </a:lnTo>
                  <a:lnTo>
                    <a:pt x="2713011" y="1861363"/>
                  </a:lnTo>
                  <a:lnTo>
                    <a:pt x="2704434" y="1874075"/>
                  </a:lnTo>
                  <a:lnTo>
                    <a:pt x="2694904" y="1885835"/>
                  </a:lnTo>
                  <a:lnTo>
                    <a:pt x="2685057" y="1896959"/>
                  </a:lnTo>
                  <a:lnTo>
                    <a:pt x="2674574" y="1908082"/>
                  </a:lnTo>
                  <a:lnTo>
                    <a:pt x="2663773" y="1918570"/>
                  </a:lnTo>
                  <a:lnTo>
                    <a:pt x="2652338" y="1928423"/>
                  </a:lnTo>
                  <a:lnTo>
                    <a:pt x="2640267" y="1937640"/>
                  </a:lnTo>
                  <a:lnTo>
                    <a:pt x="2628195" y="1946538"/>
                  </a:lnTo>
                  <a:lnTo>
                    <a:pt x="2615171" y="1955120"/>
                  </a:lnTo>
                  <a:lnTo>
                    <a:pt x="2601830" y="1962430"/>
                  </a:lnTo>
                  <a:lnTo>
                    <a:pt x="2588488" y="1969422"/>
                  </a:lnTo>
                  <a:lnTo>
                    <a:pt x="2574511" y="1975778"/>
                  </a:lnTo>
                  <a:lnTo>
                    <a:pt x="2560216" y="1981181"/>
                  </a:lnTo>
                  <a:lnTo>
                    <a:pt x="2545286" y="1986266"/>
                  </a:lnTo>
                  <a:lnTo>
                    <a:pt x="2530674" y="1990716"/>
                  </a:lnTo>
                  <a:lnTo>
                    <a:pt x="2515426" y="1994212"/>
                  </a:lnTo>
                  <a:lnTo>
                    <a:pt x="2499861" y="1996754"/>
                  </a:lnTo>
                  <a:lnTo>
                    <a:pt x="2484295" y="1998979"/>
                  </a:lnTo>
                  <a:lnTo>
                    <a:pt x="2468095" y="1999932"/>
                  </a:lnTo>
                  <a:lnTo>
                    <a:pt x="2451894" y="2000250"/>
                  </a:lnTo>
                  <a:lnTo>
                    <a:pt x="2435693" y="1999932"/>
                  </a:lnTo>
                  <a:lnTo>
                    <a:pt x="2419493" y="1998979"/>
                  </a:lnTo>
                  <a:lnTo>
                    <a:pt x="2403927" y="1996754"/>
                  </a:lnTo>
                  <a:lnTo>
                    <a:pt x="2388680" y="1994212"/>
                  </a:lnTo>
                  <a:lnTo>
                    <a:pt x="2373114" y="1990716"/>
                  </a:lnTo>
                  <a:lnTo>
                    <a:pt x="2358184" y="1986266"/>
                  </a:lnTo>
                  <a:lnTo>
                    <a:pt x="2343572" y="1981181"/>
                  </a:lnTo>
                  <a:lnTo>
                    <a:pt x="2329277" y="1975778"/>
                  </a:lnTo>
                  <a:lnTo>
                    <a:pt x="2315300" y="1969422"/>
                  </a:lnTo>
                  <a:lnTo>
                    <a:pt x="2301958" y="1962430"/>
                  </a:lnTo>
                  <a:lnTo>
                    <a:pt x="2288617" y="1955120"/>
                  </a:lnTo>
                  <a:lnTo>
                    <a:pt x="2275593" y="1946538"/>
                  </a:lnTo>
                  <a:lnTo>
                    <a:pt x="2263204" y="1937640"/>
                  </a:lnTo>
                  <a:lnTo>
                    <a:pt x="2251450" y="1928423"/>
                  </a:lnTo>
                  <a:lnTo>
                    <a:pt x="2240015" y="1918570"/>
                  </a:lnTo>
                  <a:lnTo>
                    <a:pt x="2229214" y="1908082"/>
                  </a:lnTo>
                  <a:lnTo>
                    <a:pt x="2218731" y="1896959"/>
                  </a:lnTo>
                  <a:lnTo>
                    <a:pt x="2208566" y="1885835"/>
                  </a:lnTo>
                  <a:lnTo>
                    <a:pt x="2199354" y="1874075"/>
                  </a:lnTo>
                  <a:lnTo>
                    <a:pt x="2190777" y="1861363"/>
                  </a:lnTo>
                  <a:lnTo>
                    <a:pt x="2182518" y="1848650"/>
                  </a:lnTo>
                  <a:lnTo>
                    <a:pt x="2174894" y="1835619"/>
                  </a:lnTo>
                  <a:lnTo>
                    <a:pt x="2167906" y="1821635"/>
                  </a:lnTo>
                  <a:lnTo>
                    <a:pt x="2161553" y="1807969"/>
                  </a:lnTo>
                  <a:lnTo>
                    <a:pt x="2155835" y="1793667"/>
                  </a:lnTo>
                  <a:lnTo>
                    <a:pt x="2151070" y="1779047"/>
                  </a:lnTo>
                  <a:lnTo>
                    <a:pt x="2146940" y="1764110"/>
                  </a:lnTo>
                  <a:lnTo>
                    <a:pt x="2143128" y="1748854"/>
                  </a:lnTo>
                  <a:lnTo>
                    <a:pt x="2140269" y="1733281"/>
                  </a:lnTo>
                  <a:lnTo>
                    <a:pt x="2138363" y="1717390"/>
                  </a:lnTo>
                  <a:lnTo>
                    <a:pt x="2137093" y="1701499"/>
                  </a:lnTo>
                  <a:lnTo>
                    <a:pt x="2136775" y="1685290"/>
                  </a:lnTo>
                  <a:lnTo>
                    <a:pt x="2137093" y="1669081"/>
                  </a:lnTo>
                  <a:lnTo>
                    <a:pt x="2138363" y="1652872"/>
                  </a:lnTo>
                  <a:lnTo>
                    <a:pt x="2140269" y="1636981"/>
                  </a:lnTo>
                  <a:lnTo>
                    <a:pt x="2140522" y="1635629"/>
                  </a:lnTo>
                  <a:lnTo>
                    <a:pt x="2137718" y="1635442"/>
                  </a:lnTo>
                  <a:lnTo>
                    <a:pt x="2126603" y="1635442"/>
                  </a:lnTo>
                  <a:lnTo>
                    <a:pt x="2120252" y="1635760"/>
                  </a:lnTo>
                  <a:lnTo>
                    <a:pt x="2113584" y="1636395"/>
                  </a:lnTo>
                  <a:lnTo>
                    <a:pt x="2106598" y="1637030"/>
                  </a:lnTo>
                  <a:lnTo>
                    <a:pt x="2098977" y="1638617"/>
                  </a:lnTo>
                  <a:lnTo>
                    <a:pt x="2091038" y="1640522"/>
                  </a:lnTo>
                  <a:lnTo>
                    <a:pt x="2082782" y="1642427"/>
                  </a:lnTo>
                  <a:lnTo>
                    <a:pt x="2074208" y="1644967"/>
                  </a:lnTo>
                  <a:lnTo>
                    <a:pt x="2065000" y="1648142"/>
                  </a:lnTo>
                  <a:lnTo>
                    <a:pt x="2056108" y="1652270"/>
                  </a:lnTo>
                  <a:lnTo>
                    <a:pt x="2046899" y="1656715"/>
                  </a:lnTo>
                  <a:lnTo>
                    <a:pt x="2037055" y="1661477"/>
                  </a:lnTo>
                  <a:lnTo>
                    <a:pt x="2026894" y="1667192"/>
                  </a:lnTo>
                  <a:lnTo>
                    <a:pt x="2017050" y="1673860"/>
                  </a:lnTo>
                  <a:lnTo>
                    <a:pt x="2006889" y="1681163"/>
                  </a:lnTo>
                  <a:lnTo>
                    <a:pt x="1996410" y="1689418"/>
                  </a:lnTo>
                  <a:lnTo>
                    <a:pt x="1985931" y="1698308"/>
                  </a:lnTo>
                  <a:lnTo>
                    <a:pt x="1975452" y="1707833"/>
                  </a:lnTo>
                  <a:lnTo>
                    <a:pt x="1965290" y="1718628"/>
                  </a:lnTo>
                  <a:lnTo>
                    <a:pt x="1954494" y="1730693"/>
                  </a:lnTo>
                  <a:lnTo>
                    <a:pt x="1943697" y="1743710"/>
                  </a:lnTo>
                  <a:lnTo>
                    <a:pt x="1932900" y="1757680"/>
                  </a:lnTo>
                  <a:lnTo>
                    <a:pt x="1922422" y="1772285"/>
                  </a:lnTo>
                  <a:lnTo>
                    <a:pt x="1915436" y="1783080"/>
                  </a:lnTo>
                  <a:lnTo>
                    <a:pt x="1908767" y="1794510"/>
                  </a:lnTo>
                  <a:lnTo>
                    <a:pt x="1902098" y="1806893"/>
                  </a:lnTo>
                  <a:lnTo>
                    <a:pt x="1895748" y="1820228"/>
                  </a:lnTo>
                  <a:lnTo>
                    <a:pt x="1889714" y="1833880"/>
                  </a:lnTo>
                  <a:lnTo>
                    <a:pt x="1883998" y="1848485"/>
                  </a:lnTo>
                  <a:lnTo>
                    <a:pt x="1877648" y="1863725"/>
                  </a:lnTo>
                  <a:lnTo>
                    <a:pt x="1871932" y="1879600"/>
                  </a:lnTo>
                  <a:lnTo>
                    <a:pt x="1866216" y="1895793"/>
                  </a:lnTo>
                  <a:lnTo>
                    <a:pt x="1860818" y="1912303"/>
                  </a:lnTo>
                  <a:lnTo>
                    <a:pt x="1849704" y="1946593"/>
                  </a:lnTo>
                  <a:lnTo>
                    <a:pt x="1838589" y="1982788"/>
                  </a:lnTo>
                  <a:lnTo>
                    <a:pt x="1827793" y="2019618"/>
                  </a:lnTo>
                  <a:lnTo>
                    <a:pt x="1813503" y="2066925"/>
                  </a:lnTo>
                  <a:lnTo>
                    <a:pt x="1798579" y="2115185"/>
                  </a:lnTo>
                  <a:lnTo>
                    <a:pt x="1790640" y="2139633"/>
                  </a:lnTo>
                  <a:lnTo>
                    <a:pt x="1782701" y="2163445"/>
                  </a:lnTo>
                  <a:lnTo>
                    <a:pt x="1774128" y="2187893"/>
                  </a:lnTo>
                  <a:lnTo>
                    <a:pt x="1765554" y="2212023"/>
                  </a:lnTo>
                  <a:lnTo>
                    <a:pt x="1756345" y="2235835"/>
                  </a:lnTo>
                  <a:lnTo>
                    <a:pt x="1746501" y="2259648"/>
                  </a:lnTo>
                  <a:lnTo>
                    <a:pt x="1736340" y="2282825"/>
                  </a:lnTo>
                  <a:lnTo>
                    <a:pt x="1725543" y="2306003"/>
                  </a:lnTo>
                  <a:lnTo>
                    <a:pt x="1714429" y="2328228"/>
                  </a:lnTo>
                  <a:lnTo>
                    <a:pt x="1702680" y="2350135"/>
                  </a:lnTo>
                  <a:lnTo>
                    <a:pt x="1696011" y="2360930"/>
                  </a:lnTo>
                  <a:lnTo>
                    <a:pt x="1689978" y="2371725"/>
                  </a:lnTo>
                  <a:lnTo>
                    <a:pt x="1683627" y="2382203"/>
                  </a:lnTo>
                  <a:lnTo>
                    <a:pt x="1676641" y="2392363"/>
                  </a:lnTo>
                  <a:lnTo>
                    <a:pt x="1669973" y="2402205"/>
                  </a:lnTo>
                  <a:lnTo>
                    <a:pt x="1662669" y="2412365"/>
                  </a:lnTo>
                  <a:lnTo>
                    <a:pt x="1655366" y="2422208"/>
                  </a:lnTo>
                  <a:lnTo>
                    <a:pt x="1648380" y="2431415"/>
                  </a:lnTo>
                  <a:lnTo>
                    <a:pt x="1640441" y="2440940"/>
                  </a:lnTo>
                  <a:lnTo>
                    <a:pt x="1632820" y="2449830"/>
                  </a:lnTo>
                  <a:lnTo>
                    <a:pt x="1624564" y="2458720"/>
                  </a:lnTo>
                  <a:lnTo>
                    <a:pt x="1616307" y="2467293"/>
                  </a:lnTo>
                  <a:lnTo>
                    <a:pt x="1608051" y="2475548"/>
                  </a:lnTo>
                  <a:lnTo>
                    <a:pt x="1599478" y="2483485"/>
                  </a:lnTo>
                  <a:lnTo>
                    <a:pt x="1590586" y="2491423"/>
                  </a:lnTo>
                  <a:lnTo>
                    <a:pt x="1581060" y="2499043"/>
                  </a:lnTo>
                  <a:lnTo>
                    <a:pt x="1571851" y="2506345"/>
                  </a:lnTo>
                  <a:lnTo>
                    <a:pt x="1562007" y="2513013"/>
                  </a:lnTo>
                  <a:lnTo>
                    <a:pt x="1552163" y="2519998"/>
                  </a:lnTo>
                  <a:lnTo>
                    <a:pt x="1542319" y="2526030"/>
                  </a:lnTo>
                  <a:lnTo>
                    <a:pt x="1531840" y="2532063"/>
                  </a:lnTo>
                  <a:lnTo>
                    <a:pt x="1521044" y="2537778"/>
                  </a:lnTo>
                  <a:lnTo>
                    <a:pt x="1510247" y="2543175"/>
                  </a:lnTo>
                  <a:lnTo>
                    <a:pt x="1499133" y="2547938"/>
                  </a:lnTo>
                  <a:lnTo>
                    <a:pt x="1487701" y="2552700"/>
                  </a:lnTo>
                  <a:lnTo>
                    <a:pt x="1475635" y="2556828"/>
                  </a:lnTo>
                  <a:lnTo>
                    <a:pt x="1463886" y="2560955"/>
                  </a:lnTo>
                  <a:lnTo>
                    <a:pt x="1451501" y="2564448"/>
                  </a:lnTo>
                  <a:lnTo>
                    <a:pt x="1439117" y="2567623"/>
                  </a:lnTo>
                  <a:lnTo>
                    <a:pt x="1426098" y="2570480"/>
                  </a:lnTo>
                  <a:lnTo>
                    <a:pt x="1412761" y="2572703"/>
                  </a:lnTo>
                  <a:lnTo>
                    <a:pt x="1399106" y="2574925"/>
                  </a:lnTo>
                  <a:lnTo>
                    <a:pt x="1385452" y="2576513"/>
                  </a:lnTo>
                  <a:lnTo>
                    <a:pt x="1371480" y="2577465"/>
                  </a:lnTo>
                  <a:lnTo>
                    <a:pt x="1356555" y="2578100"/>
                  </a:lnTo>
                  <a:lnTo>
                    <a:pt x="1341948" y="2578100"/>
                  </a:lnTo>
                  <a:lnTo>
                    <a:pt x="1334327" y="2578100"/>
                  </a:lnTo>
                  <a:lnTo>
                    <a:pt x="1324165" y="2578100"/>
                  </a:lnTo>
                  <a:lnTo>
                    <a:pt x="1314322" y="2577465"/>
                  </a:lnTo>
                  <a:lnTo>
                    <a:pt x="1304478" y="2576830"/>
                  </a:lnTo>
                  <a:lnTo>
                    <a:pt x="1294951" y="2575560"/>
                  </a:lnTo>
                  <a:lnTo>
                    <a:pt x="1285107" y="2574290"/>
                  </a:lnTo>
                  <a:lnTo>
                    <a:pt x="1275898" y="2572703"/>
                  </a:lnTo>
                  <a:lnTo>
                    <a:pt x="1266372" y="2571115"/>
                  </a:lnTo>
                  <a:lnTo>
                    <a:pt x="1257163" y="2568893"/>
                  </a:lnTo>
                  <a:lnTo>
                    <a:pt x="1247637" y="2566670"/>
                  </a:lnTo>
                  <a:lnTo>
                    <a:pt x="1238746" y="2564130"/>
                  </a:lnTo>
                  <a:lnTo>
                    <a:pt x="1229854" y="2561273"/>
                  </a:lnTo>
                  <a:lnTo>
                    <a:pt x="1220646" y="2558415"/>
                  </a:lnTo>
                  <a:lnTo>
                    <a:pt x="1212072" y="2555240"/>
                  </a:lnTo>
                  <a:lnTo>
                    <a:pt x="1203498" y="2552065"/>
                  </a:lnTo>
                  <a:lnTo>
                    <a:pt x="1194924" y="2548255"/>
                  </a:lnTo>
                  <a:lnTo>
                    <a:pt x="1186351" y="2544445"/>
                  </a:lnTo>
                  <a:lnTo>
                    <a:pt x="1178094" y="2540318"/>
                  </a:lnTo>
                  <a:lnTo>
                    <a:pt x="1169521" y="2536190"/>
                  </a:lnTo>
                  <a:lnTo>
                    <a:pt x="1161264" y="2531745"/>
                  </a:lnTo>
                  <a:lnTo>
                    <a:pt x="1153008" y="2526983"/>
                  </a:lnTo>
                  <a:lnTo>
                    <a:pt x="1137449" y="2517458"/>
                  </a:lnTo>
                  <a:lnTo>
                    <a:pt x="1121889" y="2506980"/>
                  </a:lnTo>
                  <a:lnTo>
                    <a:pt x="1106647" y="2495868"/>
                  </a:lnTo>
                  <a:lnTo>
                    <a:pt x="1092040" y="2484120"/>
                  </a:lnTo>
                  <a:lnTo>
                    <a:pt x="1077750" y="2471420"/>
                  </a:lnTo>
                  <a:lnTo>
                    <a:pt x="1063460" y="2458403"/>
                  </a:lnTo>
                  <a:lnTo>
                    <a:pt x="1049806" y="2444750"/>
                  </a:lnTo>
                  <a:lnTo>
                    <a:pt x="1036469" y="2430780"/>
                  </a:lnTo>
                  <a:lnTo>
                    <a:pt x="1023767" y="2415858"/>
                  </a:lnTo>
                  <a:lnTo>
                    <a:pt x="1011065" y="2400935"/>
                  </a:lnTo>
                  <a:lnTo>
                    <a:pt x="998999" y="2385378"/>
                  </a:lnTo>
                  <a:lnTo>
                    <a:pt x="986932" y="2369503"/>
                  </a:lnTo>
                  <a:lnTo>
                    <a:pt x="975500" y="2352993"/>
                  </a:lnTo>
                  <a:lnTo>
                    <a:pt x="964386" y="2336483"/>
                  </a:lnTo>
                  <a:lnTo>
                    <a:pt x="953272" y="2319655"/>
                  </a:lnTo>
                  <a:lnTo>
                    <a:pt x="942793" y="2302510"/>
                  </a:lnTo>
                  <a:lnTo>
                    <a:pt x="932632" y="2284730"/>
                  </a:lnTo>
                  <a:lnTo>
                    <a:pt x="922470" y="2266633"/>
                  </a:lnTo>
                  <a:lnTo>
                    <a:pt x="913261" y="2249170"/>
                  </a:lnTo>
                  <a:lnTo>
                    <a:pt x="904052" y="2230755"/>
                  </a:lnTo>
                  <a:lnTo>
                    <a:pt x="894844" y="2212975"/>
                  </a:lnTo>
                  <a:lnTo>
                    <a:pt x="886270" y="2194560"/>
                  </a:lnTo>
                  <a:lnTo>
                    <a:pt x="878014" y="2176145"/>
                  </a:lnTo>
                  <a:lnTo>
                    <a:pt x="870075" y="2157413"/>
                  </a:lnTo>
                  <a:lnTo>
                    <a:pt x="862136" y="2138998"/>
                  </a:lnTo>
                  <a:lnTo>
                    <a:pt x="854515" y="2120900"/>
                  </a:lnTo>
                  <a:lnTo>
                    <a:pt x="847529" y="2102485"/>
                  </a:lnTo>
                  <a:lnTo>
                    <a:pt x="840543" y="2084388"/>
                  </a:lnTo>
                  <a:lnTo>
                    <a:pt x="827524" y="2048193"/>
                  </a:lnTo>
                  <a:lnTo>
                    <a:pt x="816092" y="2012950"/>
                  </a:lnTo>
                  <a:lnTo>
                    <a:pt x="805296" y="1978660"/>
                  </a:lnTo>
                  <a:lnTo>
                    <a:pt x="795769" y="1945640"/>
                  </a:lnTo>
                  <a:lnTo>
                    <a:pt x="786561" y="1914525"/>
                  </a:lnTo>
                  <a:lnTo>
                    <a:pt x="779257" y="1884680"/>
                  </a:lnTo>
                  <a:lnTo>
                    <a:pt x="772271" y="1856423"/>
                  </a:lnTo>
                  <a:lnTo>
                    <a:pt x="766238" y="1831023"/>
                  </a:lnTo>
                  <a:lnTo>
                    <a:pt x="761157" y="1807845"/>
                  </a:lnTo>
                  <a:lnTo>
                    <a:pt x="757029" y="1787843"/>
                  </a:lnTo>
                  <a:lnTo>
                    <a:pt x="753536" y="1770698"/>
                  </a:lnTo>
                  <a:lnTo>
                    <a:pt x="749408" y="1746250"/>
                  </a:lnTo>
                  <a:lnTo>
                    <a:pt x="739246" y="1742758"/>
                  </a:lnTo>
                  <a:lnTo>
                    <a:pt x="728767" y="1738948"/>
                  </a:lnTo>
                  <a:lnTo>
                    <a:pt x="718288" y="1734503"/>
                  </a:lnTo>
                  <a:lnTo>
                    <a:pt x="707492" y="1729423"/>
                  </a:lnTo>
                  <a:lnTo>
                    <a:pt x="697013" y="1724025"/>
                  </a:lnTo>
                  <a:lnTo>
                    <a:pt x="686216" y="1718628"/>
                  </a:lnTo>
                  <a:lnTo>
                    <a:pt x="675102" y="1712595"/>
                  </a:lnTo>
                  <a:lnTo>
                    <a:pt x="664306" y="1706245"/>
                  </a:lnTo>
                  <a:lnTo>
                    <a:pt x="653509" y="1699260"/>
                  </a:lnTo>
                  <a:lnTo>
                    <a:pt x="642395" y="1692275"/>
                  </a:lnTo>
                  <a:lnTo>
                    <a:pt x="620802" y="1677352"/>
                  </a:lnTo>
                  <a:lnTo>
                    <a:pt x="599209" y="1661477"/>
                  </a:lnTo>
                  <a:lnTo>
                    <a:pt x="577933" y="1645285"/>
                  </a:lnTo>
                  <a:lnTo>
                    <a:pt x="557293" y="1628775"/>
                  </a:lnTo>
                  <a:lnTo>
                    <a:pt x="536970" y="1612265"/>
                  </a:lnTo>
                  <a:lnTo>
                    <a:pt x="517917" y="1595755"/>
                  </a:lnTo>
                  <a:lnTo>
                    <a:pt x="500134" y="1579562"/>
                  </a:lnTo>
                  <a:lnTo>
                    <a:pt x="482987" y="1564005"/>
                  </a:lnTo>
                  <a:lnTo>
                    <a:pt x="467745" y="1549717"/>
                  </a:lnTo>
                  <a:lnTo>
                    <a:pt x="441071" y="1524317"/>
                  </a:lnTo>
                  <a:lnTo>
                    <a:pt x="419795" y="1502727"/>
                  </a:lnTo>
                  <a:lnTo>
                    <a:pt x="398520" y="1480820"/>
                  </a:lnTo>
                  <a:lnTo>
                    <a:pt x="377562" y="1458277"/>
                  </a:lnTo>
                  <a:lnTo>
                    <a:pt x="356604" y="1435417"/>
                  </a:lnTo>
                  <a:lnTo>
                    <a:pt x="335963" y="1411922"/>
                  </a:lnTo>
                  <a:lnTo>
                    <a:pt x="315323" y="1388427"/>
                  </a:lnTo>
                  <a:lnTo>
                    <a:pt x="295000" y="1363980"/>
                  </a:lnTo>
                  <a:lnTo>
                    <a:pt x="275312" y="1339532"/>
                  </a:lnTo>
                  <a:lnTo>
                    <a:pt x="255624" y="1314132"/>
                  </a:lnTo>
                  <a:lnTo>
                    <a:pt x="236572" y="1289050"/>
                  </a:lnTo>
                  <a:lnTo>
                    <a:pt x="217836" y="1263650"/>
                  </a:lnTo>
                  <a:lnTo>
                    <a:pt x="199419" y="1237932"/>
                  </a:lnTo>
                  <a:lnTo>
                    <a:pt x="181636" y="1212215"/>
                  </a:lnTo>
                  <a:lnTo>
                    <a:pt x="164489" y="1185862"/>
                  </a:lnTo>
                  <a:lnTo>
                    <a:pt x="147976" y="1159827"/>
                  </a:lnTo>
                  <a:lnTo>
                    <a:pt x="131781" y="1133792"/>
                  </a:lnTo>
                  <a:lnTo>
                    <a:pt x="116539" y="1107440"/>
                  </a:lnTo>
                  <a:lnTo>
                    <a:pt x="102250" y="1081087"/>
                  </a:lnTo>
                  <a:lnTo>
                    <a:pt x="88595" y="1055052"/>
                  </a:lnTo>
                  <a:lnTo>
                    <a:pt x="75576" y="1029017"/>
                  </a:lnTo>
                  <a:lnTo>
                    <a:pt x="63509" y="1003300"/>
                  </a:lnTo>
                  <a:lnTo>
                    <a:pt x="52713" y="977265"/>
                  </a:lnTo>
                  <a:lnTo>
                    <a:pt x="42234" y="951547"/>
                  </a:lnTo>
                  <a:lnTo>
                    <a:pt x="37470" y="938847"/>
                  </a:lnTo>
                  <a:lnTo>
                    <a:pt x="33342" y="926147"/>
                  </a:lnTo>
                  <a:lnTo>
                    <a:pt x="28897" y="913765"/>
                  </a:lnTo>
                  <a:lnTo>
                    <a:pt x="25086" y="901065"/>
                  </a:lnTo>
                  <a:lnTo>
                    <a:pt x="21276" y="888365"/>
                  </a:lnTo>
                  <a:lnTo>
                    <a:pt x="18100" y="876300"/>
                  </a:lnTo>
                  <a:lnTo>
                    <a:pt x="14925" y="863917"/>
                  </a:lnTo>
                  <a:lnTo>
                    <a:pt x="12067" y="851852"/>
                  </a:lnTo>
                  <a:lnTo>
                    <a:pt x="9526" y="839470"/>
                  </a:lnTo>
                  <a:lnTo>
                    <a:pt x="7304" y="827722"/>
                  </a:lnTo>
                  <a:lnTo>
                    <a:pt x="5081" y="815975"/>
                  </a:lnTo>
                  <a:lnTo>
                    <a:pt x="3811" y="803910"/>
                  </a:lnTo>
                  <a:lnTo>
                    <a:pt x="2223" y="792480"/>
                  </a:lnTo>
                  <a:lnTo>
                    <a:pt x="1270" y="781050"/>
                  </a:lnTo>
                  <a:lnTo>
                    <a:pt x="635" y="769620"/>
                  </a:lnTo>
                  <a:lnTo>
                    <a:pt x="0" y="758190"/>
                  </a:lnTo>
                  <a:lnTo>
                    <a:pt x="0" y="746760"/>
                  </a:lnTo>
                  <a:lnTo>
                    <a:pt x="635" y="735965"/>
                  </a:lnTo>
                  <a:lnTo>
                    <a:pt x="1588" y="718185"/>
                  </a:lnTo>
                  <a:lnTo>
                    <a:pt x="3175" y="700405"/>
                  </a:lnTo>
                  <a:lnTo>
                    <a:pt x="5081" y="683260"/>
                  </a:lnTo>
                  <a:lnTo>
                    <a:pt x="7621" y="666115"/>
                  </a:lnTo>
                  <a:lnTo>
                    <a:pt x="10479" y="649605"/>
                  </a:lnTo>
                  <a:lnTo>
                    <a:pt x="13972" y="633412"/>
                  </a:lnTo>
                  <a:lnTo>
                    <a:pt x="17465" y="617855"/>
                  </a:lnTo>
                  <a:lnTo>
                    <a:pt x="21276" y="602297"/>
                  </a:lnTo>
                  <a:lnTo>
                    <a:pt x="25721" y="586740"/>
                  </a:lnTo>
                  <a:lnTo>
                    <a:pt x="30802" y="572135"/>
                  </a:lnTo>
                  <a:lnTo>
                    <a:pt x="35883" y="557530"/>
                  </a:lnTo>
                  <a:lnTo>
                    <a:pt x="41281" y="543560"/>
                  </a:lnTo>
                  <a:lnTo>
                    <a:pt x="46997" y="529907"/>
                  </a:lnTo>
                  <a:lnTo>
                    <a:pt x="52713" y="516572"/>
                  </a:lnTo>
                  <a:lnTo>
                    <a:pt x="59063" y="503237"/>
                  </a:lnTo>
                  <a:lnTo>
                    <a:pt x="65732" y="490855"/>
                  </a:lnTo>
                  <a:lnTo>
                    <a:pt x="72400" y="478155"/>
                  </a:lnTo>
                  <a:lnTo>
                    <a:pt x="79386" y="466407"/>
                  </a:lnTo>
                  <a:lnTo>
                    <a:pt x="86372" y="454342"/>
                  </a:lnTo>
                  <a:lnTo>
                    <a:pt x="93994" y="442912"/>
                  </a:lnTo>
                  <a:lnTo>
                    <a:pt x="101615" y="431800"/>
                  </a:lnTo>
                  <a:lnTo>
                    <a:pt x="109553" y="421005"/>
                  </a:lnTo>
                  <a:lnTo>
                    <a:pt x="117174" y="410527"/>
                  </a:lnTo>
                  <a:lnTo>
                    <a:pt x="125431" y="400685"/>
                  </a:lnTo>
                  <a:lnTo>
                    <a:pt x="133369" y="390842"/>
                  </a:lnTo>
                  <a:lnTo>
                    <a:pt x="141625" y="381000"/>
                  </a:lnTo>
                  <a:lnTo>
                    <a:pt x="149882" y="371792"/>
                  </a:lnTo>
                  <a:lnTo>
                    <a:pt x="158455" y="362902"/>
                  </a:lnTo>
                  <a:lnTo>
                    <a:pt x="166711" y="354012"/>
                  </a:lnTo>
                  <a:lnTo>
                    <a:pt x="175285" y="345757"/>
                  </a:lnTo>
                  <a:lnTo>
                    <a:pt x="183541" y="337502"/>
                  </a:lnTo>
                  <a:lnTo>
                    <a:pt x="192115" y="330200"/>
                  </a:lnTo>
                  <a:lnTo>
                    <a:pt x="208945" y="314959"/>
                  </a:lnTo>
                  <a:lnTo>
                    <a:pt x="226093" y="301625"/>
                  </a:lnTo>
                  <a:lnTo>
                    <a:pt x="242605" y="288925"/>
                  </a:lnTo>
                  <a:lnTo>
                    <a:pt x="258800" y="277495"/>
                  </a:lnTo>
                  <a:lnTo>
                    <a:pt x="272357" y="268175"/>
                  </a:lnTo>
                  <a:lnTo>
                    <a:pt x="271149" y="257634"/>
                  </a:lnTo>
                  <a:lnTo>
                    <a:pt x="270193" y="246530"/>
                  </a:lnTo>
                  <a:lnTo>
                    <a:pt x="269875" y="234791"/>
                  </a:lnTo>
                  <a:lnTo>
                    <a:pt x="270193" y="223686"/>
                  </a:lnTo>
                  <a:lnTo>
                    <a:pt x="271149" y="212582"/>
                  </a:lnTo>
                  <a:lnTo>
                    <a:pt x="272422" y="201477"/>
                  </a:lnTo>
                  <a:lnTo>
                    <a:pt x="274651" y="190690"/>
                  </a:lnTo>
                  <a:lnTo>
                    <a:pt x="277199" y="179903"/>
                  </a:lnTo>
                  <a:lnTo>
                    <a:pt x="280064" y="169433"/>
                  </a:lnTo>
                  <a:lnTo>
                    <a:pt x="283567" y="158963"/>
                  </a:lnTo>
                  <a:lnTo>
                    <a:pt x="287388" y="149127"/>
                  </a:lnTo>
                  <a:lnTo>
                    <a:pt x="291846" y="139292"/>
                  </a:lnTo>
                  <a:lnTo>
                    <a:pt x="296622" y="130091"/>
                  </a:lnTo>
                  <a:lnTo>
                    <a:pt x="302035" y="120573"/>
                  </a:lnTo>
                  <a:lnTo>
                    <a:pt x="307766" y="111689"/>
                  </a:lnTo>
                  <a:lnTo>
                    <a:pt x="313816" y="103123"/>
                  </a:lnTo>
                  <a:lnTo>
                    <a:pt x="320821" y="94874"/>
                  </a:lnTo>
                  <a:lnTo>
                    <a:pt x="327508" y="86942"/>
                  </a:lnTo>
                  <a:lnTo>
                    <a:pt x="334831" y="79010"/>
                  </a:lnTo>
                  <a:lnTo>
                    <a:pt x="342792" y="71713"/>
                  </a:lnTo>
                  <a:lnTo>
                    <a:pt x="350752" y="65050"/>
                  </a:lnTo>
                  <a:lnTo>
                    <a:pt x="359031" y="58071"/>
                  </a:lnTo>
                  <a:lnTo>
                    <a:pt x="367628" y="52042"/>
                  </a:lnTo>
                  <a:lnTo>
                    <a:pt x="376543" y="46331"/>
                  </a:lnTo>
                  <a:lnTo>
                    <a:pt x="386096" y="41255"/>
                  </a:lnTo>
                  <a:lnTo>
                    <a:pt x="395330" y="36179"/>
                  </a:lnTo>
                  <a:lnTo>
                    <a:pt x="405201" y="31737"/>
                  </a:lnTo>
                  <a:lnTo>
                    <a:pt x="415072" y="27930"/>
                  </a:lnTo>
                  <a:lnTo>
                    <a:pt x="425579" y="24440"/>
                  </a:lnTo>
                  <a:lnTo>
                    <a:pt x="436087" y="21584"/>
                  </a:lnTo>
                  <a:lnTo>
                    <a:pt x="446913" y="19046"/>
                  </a:lnTo>
                  <a:lnTo>
                    <a:pt x="457739" y="16825"/>
                  </a:lnTo>
                  <a:lnTo>
                    <a:pt x="468883" y="15556"/>
                  </a:lnTo>
                  <a:lnTo>
                    <a:pt x="480028" y="14604"/>
                  </a:lnTo>
                  <a:lnTo>
                    <a:pt x="491172" y="14287"/>
                  </a:lnTo>
                  <a:lnTo>
                    <a:pt x="502635" y="14604"/>
                  </a:lnTo>
                  <a:lnTo>
                    <a:pt x="514098" y="15556"/>
                  </a:lnTo>
                  <a:lnTo>
                    <a:pt x="525243" y="16825"/>
                  </a:lnTo>
                  <a:lnTo>
                    <a:pt x="536069" y="19046"/>
                  </a:lnTo>
                  <a:lnTo>
                    <a:pt x="546895" y="21584"/>
                  </a:lnTo>
                  <a:lnTo>
                    <a:pt x="557402" y="24440"/>
                  </a:lnTo>
                  <a:lnTo>
                    <a:pt x="567273" y="27930"/>
                  </a:lnTo>
                  <a:lnTo>
                    <a:pt x="577462" y="31737"/>
                  </a:lnTo>
                  <a:lnTo>
                    <a:pt x="587333" y="36179"/>
                  </a:lnTo>
                  <a:lnTo>
                    <a:pt x="596886" y="41255"/>
                  </a:lnTo>
                  <a:lnTo>
                    <a:pt x="606438" y="46331"/>
                  </a:lnTo>
                  <a:lnTo>
                    <a:pt x="615354" y="52042"/>
                  </a:lnTo>
                  <a:lnTo>
                    <a:pt x="623951" y="58071"/>
                  </a:lnTo>
                  <a:lnTo>
                    <a:pt x="632229" y="65050"/>
                  </a:lnTo>
                  <a:lnTo>
                    <a:pt x="640190" y="71713"/>
                  </a:lnTo>
                  <a:lnTo>
                    <a:pt x="647832" y="79010"/>
                  </a:lnTo>
                  <a:lnTo>
                    <a:pt x="655474" y="86942"/>
                  </a:lnTo>
                  <a:lnTo>
                    <a:pt x="662160" y="94874"/>
                  </a:lnTo>
                  <a:lnTo>
                    <a:pt x="668529" y="103123"/>
                  </a:lnTo>
                  <a:lnTo>
                    <a:pt x="674897" y="111689"/>
                  </a:lnTo>
                  <a:lnTo>
                    <a:pt x="680628" y="120573"/>
                  </a:lnTo>
                  <a:lnTo>
                    <a:pt x="686041" y="130091"/>
                  </a:lnTo>
                  <a:lnTo>
                    <a:pt x="691136" y="139292"/>
                  </a:lnTo>
                  <a:lnTo>
                    <a:pt x="695275" y="149127"/>
                  </a:lnTo>
                  <a:lnTo>
                    <a:pt x="699415" y="158963"/>
                  </a:lnTo>
                  <a:lnTo>
                    <a:pt x="702917" y="169433"/>
                  </a:lnTo>
                  <a:lnTo>
                    <a:pt x="705783" y="179903"/>
                  </a:lnTo>
                  <a:lnTo>
                    <a:pt x="708330" y="190690"/>
                  </a:lnTo>
                  <a:lnTo>
                    <a:pt x="710241" y="201477"/>
                  </a:lnTo>
                  <a:lnTo>
                    <a:pt x="711514" y="212582"/>
                  </a:lnTo>
                  <a:lnTo>
                    <a:pt x="712151" y="223686"/>
                  </a:lnTo>
                  <a:lnTo>
                    <a:pt x="712788" y="234791"/>
                  </a:lnTo>
                  <a:lnTo>
                    <a:pt x="712151" y="246530"/>
                  </a:lnTo>
                  <a:lnTo>
                    <a:pt x="711514" y="257634"/>
                  </a:lnTo>
                  <a:lnTo>
                    <a:pt x="710241" y="268739"/>
                  </a:lnTo>
                  <a:lnTo>
                    <a:pt x="708330" y="279526"/>
                  </a:lnTo>
                  <a:lnTo>
                    <a:pt x="705783" y="290313"/>
                  </a:lnTo>
                  <a:lnTo>
                    <a:pt x="702917" y="300783"/>
                  </a:lnTo>
                  <a:lnTo>
                    <a:pt x="699415" y="310619"/>
                  </a:lnTo>
                  <a:lnTo>
                    <a:pt x="695275" y="320771"/>
                  </a:lnTo>
                  <a:lnTo>
                    <a:pt x="691136" y="330607"/>
                  </a:lnTo>
                  <a:lnTo>
                    <a:pt x="686041" y="340125"/>
                  </a:lnTo>
                  <a:lnTo>
                    <a:pt x="680628" y="349643"/>
                  </a:lnTo>
                  <a:lnTo>
                    <a:pt x="674897" y="358527"/>
                  </a:lnTo>
                  <a:lnTo>
                    <a:pt x="668529" y="367093"/>
                  </a:lnTo>
                  <a:lnTo>
                    <a:pt x="662160" y="375342"/>
                  </a:lnTo>
                  <a:lnTo>
                    <a:pt x="655474" y="383274"/>
                  </a:lnTo>
                  <a:lnTo>
                    <a:pt x="647832" y="390889"/>
                  </a:lnTo>
                  <a:lnTo>
                    <a:pt x="640190" y="398503"/>
                  </a:lnTo>
                  <a:lnTo>
                    <a:pt x="632229" y="405166"/>
                  </a:lnTo>
                  <a:lnTo>
                    <a:pt x="623951" y="411511"/>
                  </a:lnTo>
                  <a:lnTo>
                    <a:pt x="615354" y="417857"/>
                  </a:lnTo>
                  <a:lnTo>
                    <a:pt x="606438" y="423568"/>
                  </a:lnTo>
                  <a:lnTo>
                    <a:pt x="596886" y="428961"/>
                  </a:lnTo>
                  <a:lnTo>
                    <a:pt x="587333" y="434038"/>
                  </a:lnTo>
                  <a:lnTo>
                    <a:pt x="577462" y="438162"/>
                  </a:lnTo>
                  <a:lnTo>
                    <a:pt x="567273" y="442287"/>
                  </a:lnTo>
                  <a:lnTo>
                    <a:pt x="557402" y="445777"/>
                  </a:lnTo>
                  <a:lnTo>
                    <a:pt x="546895" y="448632"/>
                  </a:lnTo>
                  <a:lnTo>
                    <a:pt x="536069" y="451170"/>
                  </a:lnTo>
                  <a:lnTo>
                    <a:pt x="525243" y="453074"/>
                  </a:lnTo>
                  <a:lnTo>
                    <a:pt x="514098" y="454343"/>
                  </a:lnTo>
                  <a:lnTo>
                    <a:pt x="502635" y="455295"/>
                  </a:lnTo>
                  <a:lnTo>
                    <a:pt x="491172" y="455612"/>
                  </a:lnTo>
                  <a:lnTo>
                    <a:pt x="480028" y="455295"/>
                  </a:lnTo>
                  <a:lnTo>
                    <a:pt x="468883" y="454343"/>
                  </a:lnTo>
                  <a:lnTo>
                    <a:pt x="457739" y="453074"/>
                  </a:lnTo>
                  <a:lnTo>
                    <a:pt x="446913" y="451170"/>
                  </a:lnTo>
                  <a:lnTo>
                    <a:pt x="436087" y="448632"/>
                  </a:lnTo>
                  <a:lnTo>
                    <a:pt x="425579" y="445777"/>
                  </a:lnTo>
                  <a:lnTo>
                    <a:pt x="415072" y="442287"/>
                  </a:lnTo>
                  <a:lnTo>
                    <a:pt x="405201" y="438162"/>
                  </a:lnTo>
                  <a:lnTo>
                    <a:pt x="395330" y="434038"/>
                  </a:lnTo>
                  <a:lnTo>
                    <a:pt x="386096" y="428961"/>
                  </a:lnTo>
                  <a:lnTo>
                    <a:pt x="376543" y="423568"/>
                  </a:lnTo>
                  <a:lnTo>
                    <a:pt x="367628" y="417857"/>
                  </a:lnTo>
                  <a:lnTo>
                    <a:pt x="359031" y="411511"/>
                  </a:lnTo>
                  <a:lnTo>
                    <a:pt x="350752" y="405166"/>
                  </a:lnTo>
                  <a:lnTo>
                    <a:pt x="342792" y="398503"/>
                  </a:lnTo>
                  <a:lnTo>
                    <a:pt x="334831" y="390889"/>
                  </a:lnTo>
                  <a:lnTo>
                    <a:pt x="327508" y="383274"/>
                  </a:lnTo>
                  <a:lnTo>
                    <a:pt x="320821" y="375342"/>
                  </a:lnTo>
                  <a:lnTo>
                    <a:pt x="313816" y="367093"/>
                  </a:lnTo>
                  <a:lnTo>
                    <a:pt x="307766" y="358527"/>
                  </a:lnTo>
                  <a:lnTo>
                    <a:pt x="302035" y="349643"/>
                  </a:lnTo>
                  <a:lnTo>
                    <a:pt x="298339" y="343145"/>
                  </a:lnTo>
                  <a:lnTo>
                    <a:pt x="296905" y="344170"/>
                  </a:lnTo>
                  <a:lnTo>
                    <a:pt x="283251" y="353695"/>
                  </a:lnTo>
                  <a:lnTo>
                    <a:pt x="268644" y="364807"/>
                  </a:lnTo>
                  <a:lnTo>
                    <a:pt x="254672" y="376555"/>
                  </a:lnTo>
                  <a:lnTo>
                    <a:pt x="240382" y="389255"/>
                  </a:lnTo>
                  <a:lnTo>
                    <a:pt x="225775" y="402907"/>
                  </a:lnTo>
                  <a:lnTo>
                    <a:pt x="211485" y="417830"/>
                  </a:lnTo>
                  <a:lnTo>
                    <a:pt x="204499" y="425450"/>
                  </a:lnTo>
                  <a:lnTo>
                    <a:pt x="197196" y="433705"/>
                  </a:lnTo>
                  <a:lnTo>
                    <a:pt x="190527" y="441642"/>
                  </a:lnTo>
                  <a:lnTo>
                    <a:pt x="183541" y="450215"/>
                  </a:lnTo>
                  <a:lnTo>
                    <a:pt x="176873" y="458787"/>
                  </a:lnTo>
                  <a:lnTo>
                    <a:pt x="169887" y="467995"/>
                  </a:lnTo>
                  <a:lnTo>
                    <a:pt x="163536" y="477202"/>
                  </a:lnTo>
                  <a:lnTo>
                    <a:pt x="156868" y="486727"/>
                  </a:lnTo>
                  <a:lnTo>
                    <a:pt x="150834" y="496570"/>
                  </a:lnTo>
                  <a:lnTo>
                    <a:pt x="144801" y="507047"/>
                  </a:lnTo>
                  <a:lnTo>
                    <a:pt x="139085" y="517525"/>
                  </a:lnTo>
                  <a:lnTo>
                    <a:pt x="133369" y="527685"/>
                  </a:lnTo>
                  <a:lnTo>
                    <a:pt x="127971" y="539115"/>
                  </a:lnTo>
                  <a:lnTo>
                    <a:pt x="122573" y="550227"/>
                  </a:lnTo>
                  <a:lnTo>
                    <a:pt x="117492" y="561657"/>
                  </a:lnTo>
                  <a:lnTo>
                    <a:pt x="112729" y="573405"/>
                  </a:lnTo>
                  <a:lnTo>
                    <a:pt x="107966" y="585787"/>
                  </a:lnTo>
                  <a:lnTo>
                    <a:pt x="103837" y="597852"/>
                  </a:lnTo>
                  <a:lnTo>
                    <a:pt x="99709" y="610870"/>
                  </a:lnTo>
                  <a:lnTo>
                    <a:pt x="96216" y="623887"/>
                  </a:lnTo>
                  <a:lnTo>
                    <a:pt x="92723" y="637222"/>
                  </a:lnTo>
                  <a:lnTo>
                    <a:pt x="89230" y="650875"/>
                  </a:lnTo>
                  <a:lnTo>
                    <a:pt x="86690" y="664845"/>
                  </a:lnTo>
                  <a:lnTo>
                    <a:pt x="84467" y="679132"/>
                  </a:lnTo>
                  <a:lnTo>
                    <a:pt x="82244" y="693737"/>
                  </a:lnTo>
                  <a:lnTo>
                    <a:pt x="80657" y="708660"/>
                  </a:lnTo>
                  <a:lnTo>
                    <a:pt x="79386" y="723900"/>
                  </a:lnTo>
                  <a:lnTo>
                    <a:pt x="78434" y="739140"/>
                  </a:lnTo>
                  <a:lnTo>
                    <a:pt x="78116" y="751840"/>
                  </a:lnTo>
                  <a:lnTo>
                    <a:pt x="78434" y="764857"/>
                  </a:lnTo>
                  <a:lnTo>
                    <a:pt x="79386" y="777875"/>
                  </a:lnTo>
                  <a:lnTo>
                    <a:pt x="80339" y="790892"/>
                  </a:lnTo>
                  <a:lnTo>
                    <a:pt x="82244" y="804227"/>
                  </a:lnTo>
                  <a:lnTo>
                    <a:pt x="84467" y="817880"/>
                  </a:lnTo>
                  <a:lnTo>
                    <a:pt x="87325" y="832167"/>
                  </a:lnTo>
                  <a:lnTo>
                    <a:pt x="90501" y="846137"/>
                  </a:lnTo>
                  <a:lnTo>
                    <a:pt x="93994" y="860425"/>
                  </a:lnTo>
                  <a:lnTo>
                    <a:pt x="98122" y="874712"/>
                  </a:lnTo>
                  <a:lnTo>
                    <a:pt x="102567" y="889317"/>
                  </a:lnTo>
                  <a:lnTo>
                    <a:pt x="107648" y="903922"/>
                  </a:lnTo>
                  <a:lnTo>
                    <a:pt x="112729" y="918845"/>
                  </a:lnTo>
                  <a:lnTo>
                    <a:pt x="118445" y="933450"/>
                  </a:lnTo>
                  <a:lnTo>
                    <a:pt x="124478" y="948690"/>
                  </a:lnTo>
                  <a:lnTo>
                    <a:pt x="131146" y="963612"/>
                  </a:lnTo>
                  <a:lnTo>
                    <a:pt x="137815" y="979170"/>
                  </a:lnTo>
                  <a:lnTo>
                    <a:pt x="145118" y="994092"/>
                  </a:lnTo>
                  <a:lnTo>
                    <a:pt x="152739" y="1009650"/>
                  </a:lnTo>
                  <a:lnTo>
                    <a:pt x="160678" y="1025207"/>
                  </a:lnTo>
                  <a:lnTo>
                    <a:pt x="168934" y="1040447"/>
                  </a:lnTo>
                  <a:lnTo>
                    <a:pt x="177190" y="1056005"/>
                  </a:lnTo>
                  <a:lnTo>
                    <a:pt x="186082" y="1071562"/>
                  </a:lnTo>
                  <a:lnTo>
                    <a:pt x="194973" y="1087120"/>
                  </a:lnTo>
                  <a:lnTo>
                    <a:pt x="204499" y="1102677"/>
                  </a:lnTo>
                  <a:lnTo>
                    <a:pt x="213708" y="1118235"/>
                  </a:lnTo>
                  <a:lnTo>
                    <a:pt x="233396" y="1149032"/>
                  </a:lnTo>
                  <a:lnTo>
                    <a:pt x="254354" y="1180147"/>
                  </a:lnTo>
                  <a:lnTo>
                    <a:pt x="275947" y="1210945"/>
                  </a:lnTo>
                  <a:lnTo>
                    <a:pt x="279123" y="1209992"/>
                  </a:lnTo>
                  <a:lnTo>
                    <a:pt x="282616" y="1209357"/>
                  </a:lnTo>
                  <a:lnTo>
                    <a:pt x="286109" y="1208405"/>
                  </a:lnTo>
                  <a:lnTo>
                    <a:pt x="289602" y="1208405"/>
                  </a:lnTo>
                  <a:lnTo>
                    <a:pt x="1358778" y="1208405"/>
                  </a:lnTo>
                  <a:lnTo>
                    <a:pt x="1379418" y="1181100"/>
                  </a:lnTo>
                  <a:lnTo>
                    <a:pt x="1399106" y="1153477"/>
                  </a:lnTo>
                  <a:lnTo>
                    <a:pt x="1418159" y="1125855"/>
                  </a:lnTo>
                  <a:lnTo>
                    <a:pt x="1436259" y="1098232"/>
                  </a:lnTo>
                  <a:lnTo>
                    <a:pt x="1444833" y="1084580"/>
                  </a:lnTo>
                  <a:lnTo>
                    <a:pt x="1453089" y="1070292"/>
                  </a:lnTo>
                  <a:lnTo>
                    <a:pt x="1461345" y="1056640"/>
                  </a:lnTo>
                  <a:lnTo>
                    <a:pt x="1469284" y="1042670"/>
                  </a:lnTo>
                  <a:lnTo>
                    <a:pt x="1476905" y="1029017"/>
                  </a:lnTo>
                  <a:lnTo>
                    <a:pt x="1483891" y="1015365"/>
                  </a:lnTo>
                  <a:lnTo>
                    <a:pt x="1490877" y="1001395"/>
                  </a:lnTo>
                  <a:lnTo>
                    <a:pt x="1497228" y="987742"/>
                  </a:lnTo>
                  <a:lnTo>
                    <a:pt x="1503261" y="974407"/>
                  </a:lnTo>
                  <a:lnTo>
                    <a:pt x="1509612" y="960755"/>
                  </a:lnTo>
                  <a:lnTo>
                    <a:pt x="1515010" y="947102"/>
                  </a:lnTo>
                  <a:lnTo>
                    <a:pt x="1520091" y="933767"/>
                  </a:lnTo>
                  <a:lnTo>
                    <a:pt x="1524537" y="920432"/>
                  </a:lnTo>
                  <a:lnTo>
                    <a:pt x="1528982" y="907097"/>
                  </a:lnTo>
                  <a:lnTo>
                    <a:pt x="1533110" y="893762"/>
                  </a:lnTo>
                  <a:lnTo>
                    <a:pt x="1536604" y="881062"/>
                  </a:lnTo>
                  <a:lnTo>
                    <a:pt x="1539779" y="868045"/>
                  </a:lnTo>
                  <a:lnTo>
                    <a:pt x="1542637" y="855027"/>
                  </a:lnTo>
                  <a:lnTo>
                    <a:pt x="1544860" y="842327"/>
                  </a:lnTo>
                  <a:lnTo>
                    <a:pt x="1546447" y="829945"/>
                  </a:lnTo>
                  <a:lnTo>
                    <a:pt x="1548035" y="817245"/>
                  </a:lnTo>
                  <a:lnTo>
                    <a:pt x="1548670" y="805180"/>
                  </a:lnTo>
                  <a:lnTo>
                    <a:pt x="1549305" y="792797"/>
                  </a:lnTo>
                  <a:lnTo>
                    <a:pt x="1548988" y="781050"/>
                  </a:lnTo>
                  <a:lnTo>
                    <a:pt x="1548670" y="765175"/>
                  </a:lnTo>
                  <a:lnTo>
                    <a:pt x="1547718" y="749935"/>
                  </a:lnTo>
                  <a:lnTo>
                    <a:pt x="1546130" y="735012"/>
                  </a:lnTo>
                  <a:lnTo>
                    <a:pt x="1544542" y="719772"/>
                  </a:lnTo>
                  <a:lnTo>
                    <a:pt x="1542319" y="705485"/>
                  </a:lnTo>
                  <a:lnTo>
                    <a:pt x="1539779" y="691197"/>
                  </a:lnTo>
                  <a:lnTo>
                    <a:pt x="1537238" y="676592"/>
                  </a:lnTo>
                  <a:lnTo>
                    <a:pt x="1534063" y="662940"/>
                  </a:lnTo>
                  <a:lnTo>
                    <a:pt x="1530252" y="649287"/>
                  </a:lnTo>
                  <a:lnTo>
                    <a:pt x="1526760" y="635952"/>
                  </a:lnTo>
                  <a:lnTo>
                    <a:pt x="1522949" y="623252"/>
                  </a:lnTo>
                  <a:lnTo>
                    <a:pt x="1518503" y="610235"/>
                  </a:lnTo>
                  <a:lnTo>
                    <a:pt x="1513740" y="597535"/>
                  </a:lnTo>
                  <a:lnTo>
                    <a:pt x="1508660" y="585470"/>
                  </a:lnTo>
                  <a:lnTo>
                    <a:pt x="1503896" y="573087"/>
                  </a:lnTo>
                  <a:lnTo>
                    <a:pt x="1498498" y="561340"/>
                  </a:lnTo>
                  <a:lnTo>
                    <a:pt x="1492465" y="549910"/>
                  </a:lnTo>
                  <a:lnTo>
                    <a:pt x="1486749" y="538162"/>
                  </a:lnTo>
                  <a:lnTo>
                    <a:pt x="1480715" y="527050"/>
                  </a:lnTo>
                  <a:lnTo>
                    <a:pt x="1474682" y="516255"/>
                  </a:lnTo>
                  <a:lnTo>
                    <a:pt x="1468014" y="505460"/>
                  </a:lnTo>
                  <a:lnTo>
                    <a:pt x="1461663" y="494982"/>
                  </a:lnTo>
                  <a:lnTo>
                    <a:pt x="1454994" y="485140"/>
                  </a:lnTo>
                  <a:lnTo>
                    <a:pt x="1447691" y="475297"/>
                  </a:lnTo>
                  <a:lnTo>
                    <a:pt x="1440705" y="465772"/>
                  </a:lnTo>
                  <a:lnTo>
                    <a:pt x="1433401" y="455930"/>
                  </a:lnTo>
                  <a:lnTo>
                    <a:pt x="1426098" y="447040"/>
                  </a:lnTo>
                  <a:lnTo>
                    <a:pt x="1418476" y="437832"/>
                  </a:lnTo>
                  <a:lnTo>
                    <a:pt x="1410855" y="428942"/>
                  </a:lnTo>
                  <a:lnTo>
                    <a:pt x="1402917" y="420370"/>
                  </a:lnTo>
                  <a:lnTo>
                    <a:pt x="1395296" y="412115"/>
                  </a:lnTo>
                  <a:lnTo>
                    <a:pt x="1387357" y="404177"/>
                  </a:lnTo>
                  <a:lnTo>
                    <a:pt x="1371480" y="388302"/>
                  </a:lnTo>
                  <a:lnTo>
                    <a:pt x="1355285" y="374015"/>
                  </a:lnTo>
                  <a:lnTo>
                    <a:pt x="1338772" y="360045"/>
                  </a:lnTo>
                  <a:lnTo>
                    <a:pt x="1322260" y="347027"/>
                  </a:lnTo>
                  <a:lnTo>
                    <a:pt x="1306065" y="334962"/>
                  </a:lnTo>
                  <a:lnTo>
                    <a:pt x="1289870" y="323850"/>
                  </a:lnTo>
                  <a:lnTo>
                    <a:pt x="1273676" y="313372"/>
                  </a:lnTo>
                  <a:lnTo>
                    <a:pt x="1262693" y="306783"/>
                  </a:lnTo>
                  <a:lnTo>
                    <a:pt x="1262392" y="307587"/>
                  </a:lnTo>
                  <a:lnTo>
                    <a:pt x="1257633" y="317458"/>
                  </a:lnTo>
                  <a:lnTo>
                    <a:pt x="1252874" y="327011"/>
                  </a:lnTo>
                  <a:lnTo>
                    <a:pt x="1247481" y="336563"/>
                  </a:lnTo>
                  <a:lnTo>
                    <a:pt x="1241770" y="345160"/>
                  </a:lnTo>
                  <a:lnTo>
                    <a:pt x="1235742" y="353757"/>
                  </a:lnTo>
                  <a:lnTo>
                    <a:pt x="1229079" y="362354"/>
                  </a:lnTo>
                  <a:lnTo>
                    <a:pt x="1222416" y="370315"/>
                  </a:lnTo>
                  <a:lnTo>
                    <a:pt x="1214802" y="377957"/>
                  </a:lnTo>
                  <a:lnTo>
                    <a:pt x="1207187" y="385599"/>
                  </a:lnTo>
                  <a:lnTo>
                    <a:pt x="1199255" y="392285"/>
                  </a:lnTo>
                  <a:lnTo>
                    <a:pt x="1190689" y="398972"/>
                  </a:lnTo>
                  <a:lnTo>
                    <a:pt x="1182123" y="405022"/>
                  </a:lnTo>
                  <a:lnTo>
                    <a:pt x="1173239" y="410753"/>
                  </a:lnTo>
                  <a:lnTo>
                    <a:pt x="1164038" y="416166"/>
                  </a:lnTo>
                  <a:lnTo>
                    <a:pt x="1154520" y="421261"/>
                  </a:lnTo>
                  <a:lnTo>
                    <a:pt x="1144684" y="425719"/>
                  </a:lnTo>
                  <a:lnTo>
                    <a:pt x="1134849" y="429540"/>
                  </a:lnTo>
                  <a:lnTo>
                    <a:pt x="1124696" y="432724"/>
                  </a:lnTo>
                  <a:lnTo>
                    <a:pt x="1114226" y="435908"/>
                  </a:lnTo>
                  <a:lnTo>
                    <a:pt x="1103439" y="438455"/>
                  </a:lnTo>
                  <a:lnTo>
                    <a:pt x="1092652" y="440366"/>
                  </a:lnTo>
                  <a:lnTo>
                    <a:pt x="1081547" y="441639"/>
                  </a:lnTo>
                  <a:lnTo>
                    <a:pt x="1070443" y="442595"/>
                  </a:lnTo>
                  <a:lnTo>
                    <a:pt x="1059021" y="442913"/>
                  </a:lnTo>
                  <a:lnTo>
                    <a:pt x="1047917" y="442595"/>
                  </a:lnTo>
                  <a:lnTo>
                    <a:pt x="1036178" y="441639"/>
                  </a:lnTo>
                  <a:lnTo>
                    <a:pt x="1025390" y="440366"/>
                  </a:lnTo>
                  <a:lnTo>
                    <a:pt x="1014286" y="438455"/>
                  </a:lnTo>
                  <a:lnTo>
                    <a:pt x="1003816" y="435908"/>
                  </a:lnTo>
                  <a:lnTo>
                    <a:pt x="993663" y="432724"/>
                  </a:lnTo>
                  <a:lnTo>
                    <a:pt x="983193" y="429540"/>
                  </a:lnTo>
                  <a:lnTo>
                    <a:pt x="973040" y="425719"/>
                  </a:lnTo>
                  <a:lnTo>
                    <a:pt x="963205" y="421261"/>
                  </a:lnTo>
                  <a:lnTo>
                    <a:pt x="954004" y="416166"/>
                  </a:lnTo>
                  <a:lnTo>
                    <a:pt x="944486" y="410753"/>
                  </a:lnTo>
                  <a:lnTo>
                    <a:pt x="935602" y="405022"/>
                  </a:lnTo>
                  <a:lnTo>
                    <a:pt x="927036" y="398972"/>
                  </a:lnTo>
                  <a:lnTo>
                    <a:pt x="918787" y="392285"/>
                  </a:lnTo>
                  <a:lnTo>
                    <a:pt x="910538" y="385599"/>
                  </a:lnTo>
                  <a:lnTo>
                    <a:pt x="902923" y="377957"/>
                  </a:lnTo>
                  <a:lnTo>
                    <a:pt x="895626" y="370315"/>
                  </a:lnTo>
                  <a:lnTo>
                    <a:pt x="888646" y="362354"/>
                  </a:lnTo>
                  <a:lnTo>
                    <a:pt x="881984" y="353757"/>
                  </a:lnTo>
                  <a:lnTo>
                    <a:pt x="875955" y="345160"/>
                  </a:lnTo>
                  <a:lnTo>
                    <a:pt x="870244" y="336563"/>
                  </a:lnTo>
                  <a:lnTo>
                    <a:pt x="864851" y="327011"/>
                  </a:lnTo>
                  <a:lnTo>
                    <a:pt x="860092" y="317458"/>
                  </a:lnTo>
                  <a:lnTo>
                    <a:pt x="855650" y="307587"/>
                  </a:lnTo>
                  <a:lnTo>
                    <a:pt x="851843" y="297398"/>
                  </a:lnTo>
                  <a:lnTo>
                    <a:pt x="848353" y="287527"/>
                  </a:lnTo>
                  <a:lnTo>
                    <a:pt x="845497" y="277020"/>
                  </a:lnTo>
                  <a:lnTo>
                    <a:pt x="842959" y="266194"/>
                  </a:lnTo>
                  <a:lnTo>
                    <a:pt x="840738" y="255367"/>
                  </a:lnTo>
                  <a:lnTo>
                    <a:pt x="839469" y="244223"/>
                  </a:lnTo>
                  <a:lnTo>
                    <a:pt x="838517" y="233079"/>
                  </a:lnTo>
                  <a:lnTo>
                    <a:pt x="838200" y="221616"/>
                  </a:lnTo>
                  <a:lnTo>
                    <a:pt x="838517" y="210153"/>
                  </a:lnTo>
                  <a:lnTo>
                    <a:pt x="839469" y="198690"/>
                  </a:lnTo>
                  <a:lnTo>
                    <a:pt x="840738" y="187864"/>
                  </a:lnTo>
                  <a:lnTo>
                    <a:pt x="842959" y="176719"/>
                  </a:lnTo>
                  <a:lnTo>
                    <a:pt x="845497" y="166212"/>
                  </a:lnTo>
                  <a:lnTo>
                    <a:pt x="848353" y="155704"/>
                  </a:lnTo>
                  <a:lnTo>
                    <a:pt x="851843" y="145515"/>
                  </a:lnTo>
                  <a:lnTo>
                    <a:pt x="855650" y="135326"/>
                  </a:lnTo>
                  <a:lnTo>
                    <a:pt x="860092" y="125455"/>
                  </a:lnTo>
                  <a:lnTo>
                    <a:pt x="864851" y="116221"/>
                  </a:lnTo>
                  <a:lnTo>
                    <a:pt x="870244" y="106668"/>
                  </a:lnTo>
                  <a:lnTo>
                    <a:pt x="875955" y="97753"/>
                  </a:lnTo>
                  <a:lnTo>
                    <a:pt x="881984" y="89156"/>
                  </a:lnTo>
                  <a:lnTo>
                    <a:pt x="888646" y="80877"/>
                  </a:lnTo>
                  <a:lnTo>
                    <a:pt x="895626" y="72598"/>
                  </a:lnTo>
                  <a:lnTo>
                    <a:pt x="902923" y="64956"/>
                  </a:lnTo>
                  <a:lnTo>
                    <a:pt x="910538" y="57633"/>
                  </a:lnTo>
                  <a:lnTo>
                    <a:pt x="918787" y="50946"/>
                  </a:lnTo>
                  <a:lnTo>
                    <a:pt x="927036" y="43941"/>
                  </a:lnTo>
                  <a:lnTo>
                    <a:pt x="935602" y="37891"/>
                  </a:lnTo>
                  <a:lnTo>
                    <a:pt x="944486" y="32160"/>
                  </a:lnTo>
                  <a:lnTo>
                    <a:pt x="954004" y="26747"/>
                  </a:lnTo>
                  <a:lnTo>
                    <a:pt x="963205" y="21970"/>
                  </a:lnTo>
                  <a:lnTo>
                    <a:pt x="973040" y="17831"/>
                  </a:lnTo>
                  <a:lnTo>
                    <a:pt x="983193" y="13692"/>
                  </a:lnTo>
                  <a:lnTo>
                    <a:pt x="993663" y="10189"/>
                  </a:lnTo>
                  <a:lnTo>
                    <a:pt x="1003816" y="7323"/>
                  </a:lnTo>
                  <a:lnTo>
                    <a:pt x="1014286" y="4776"/>
                  </a:lnTo>
                  <a:lnTo>
                    <a:pt x="1025390" y="2547"/>
                  </a:lnTo>
                  <a:lnTo>
                    <a:pt x="1036178" y="1274"/>
                  </a:lnTo>
                  <a:lnTo>
                    <a:pt x="1047917" y="318"/>
                  </a:lnTo>
                  <a:lnTo>
                    <a:pt x="10590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7410886" y="263367"/>
            <a:ext cx="267905" cy="357208"/>
            <a:chOff x="3211798" y="2284092"/>
            <a:chExt cx="1164617" cy="1164619"/>
          </a:xfrm>
          <a:effectLst>
            <a:reflection blurRad="88900" stA="83000" endPos="63000" dist="50800" dir="5400000" sy="-100000" algn="bl" rotWithShape="0"/>
          </a:effectLst>
        </p:grpSpPr>
        <p:sp>
          <p:nvSpPr>
            <p:cNvPr id="50" name="椭圆 49"/>
            <p:cNvSpPr/>
            <p:nvPr/>
          </p:nvSpPr>
          <p:spPr>
            <a:xfrm>
              <a:off x="3211798" y="2284092"/>
              <a:ext cx="1164617" cy="1164619"/>
            </a:xfrm>
            <a:prstGeom prst="ellipse">
              <a:avLst/>
            </a:prstGeom>
            <a:solidFill>
              <a:srgbClr val="207AD3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endParaRPr>
            </a:p>
          </p:txBody>
        </p:sp>
        <p:sp>
          <p:nvSpPr>
            <p:cNvPr id="51" name="KSO_Shape"/>
            <p:cNvSpPr/>
            <p:nvPr/>
          </p:nvSpPr>
          <p:spPr bwMode="auto">
            <a:xfrm>
              <a:off x="3583891" y="2632626"/>
              <a:ext cx="395692" cy="499821"/>
            </a:xfrm>
            <a:custGeom>
              <a:avLst/>
              <a:gdLst>
                <a:gd name="T0" fmla="*/ 409258 w 1908175"/>
                <a:gd name="T1" fmla="*/ 1596961 h 2408238"/>
                <a:gd name="T2" fmla="*/ 401003 w 1908175"/>
                <a:gd name="T3" fmla="*/ 1624631 h 2408238"/>
                <a:gd name="T4" fmla="*/ 401003 w 1908175"/>
                <a:gd name="T5" fmla="*/ 1652937 h 2408238"/>
                <a:gd name="T6" fmla="*/ 409258 w 1908175"/>
                <a:gd name="T7" fmla="*/ 1679971 h 2408238"/>
                <a:gd name="T8" fmla="*/ 425133 w 1908175"/>
                <a:gd name="T9" fmla="*/ 1704142 h 2408238"/>
                <a:gd name="T10" fmla="*/ 554990 w 1908175"/>
                <a:gd name="T11" fmla="*/ 1802737 h 2408238"/>
                <a:gd name="T12" fmla="*/ 581660 w 1908175"/>
                <a:gd name="T13" fmla="*/ 1815459 h 2408238"/>
                <a:gd name="T14" fmla="*/ 609600 w 1908175"/>
                <a:gd name="T15" fmla="*/ 1819275 h 2408238"/>
                <a:gd name="T16" fmla="*/ 637540 w 1908175"/>
                <a:gd name="T17" fmla="*/ 1815459 h 2408238"/>
                <a:gd name="T18" fmla="*/ 663575 w 1908175"/>
                <a:gd name="T19" fmla="*/ 1803055 h 2408238"/>
                <a:gd name="T20" fmla="*/ 685483 w 1908175"/>
                <a:gd name="T21" fmla="*/ 1783336 h 2408238"/>
                <a:gd name="T22" fmla="*/ 915988 w 1908175"/>
                <a:gd name="T23" fmla="*/ 1192088 h 2408238"/>
                <a:gd name="T24" fmla="*/ 1603504 w 1908175"/>
                <a:gd name="T25" fmla="*/ 317 h 2408238"/>
                <a:gd name="T26" fmla="*/ 1642621 w 1908175"/>
                <a:gd name="T27" fmla="*/ 16177 h 2408238"/>
                <a:gd name="T28" fmla="*/ 1902769 w 1908175"/>
                <a:gd name="T29" fmla="*/ 238854 h 2408238"/>
                <a:gd name="T30" fmla="*/ 1907221 w 1908175"/>
                <a:gd name="T31" fmla="*/ 279456 h 2408238"/>
                <a:gd name="T32" fmla="*/ 1887503 w 1908175"/>
                <a:gd name="T33" fmla="*/ 316886 h 2408238"/>
                <a:gd name="T34" fmla="*/ 1850612 w 1908175"/>
                <a:gd name="T35" fmla="*/ 336552 h 2408238"/>
                <a:gd name="T36" fmla="*/ 1809586 w 1908175"/>
                <a:gd name="T37" fmla="*/ 332746 h 2408238"/>
                <a:gd name="T38" fmla="*/ 1514715 w 1908175"/>
                <a:gd name="T39" fmla="*/ 544883 h 2408238"/>
                <a:gd name="T40" fmla="*/ 1542348 w 1908175"/>
                <a:gd name="T41" fmla="*/ 572827 h 2408238"/>
                <a:gd name="T42" fmla="*/ 1559817 w 1908175"/>
                <a:gd name="T43" fmla="*/ 606169 h 2408238"/>
                <a:gd name="T44" fmla="*/ 1567122 w 1908175"/>
                <a:gd name="T45" fmla="*/ 642687 h 2408238"/>
                <a:gd name="T46" fmla="*/ 1563311 w 1908175"/>
                <a:gd name="T47" fmla="*/ 680157 h 2408238"/>
                <a:gd name="T48" fmla="*/ 1549018 w 1908175"/>
                <a:gd name="T49" fmla="*/ 715722 h 2408238"/>
                <a:gd name="T50" fmla="*/ 708286 w 1908175"/>
                <a:gd name="T51" fmla="*/ 1844913 h 2408238"/>
                <a:gd name="T52" fmla="*/ 677477 w 1908175"/>
                <a:gd name="T53" fmla="*/ 1867776 h 2408238"/>
                <a:gd name="T54" fmla="*/ 642222 w 1908175"/>
                <a:gd name="T55" fmla="*/ 1879843 h 2408238"/>
                <a:gd name="T56" fmla="*/ 605060 w 1908175"/>
                <a:gd name="T57" fmla="*/ 1882066 h 2408238"/>
                <a:gd name="T58" fmla="*/ 568217 w 1908175"/>
                <a:gd name="T59" fmla="*/ 1873174 h 2408238"/>
                <a:gd name="T60" fmla="*/ 481825 w 1908175"/>
                <a:gd name="T61" fmla="*/ 1814111 h 2408238"/>
                <a:gd name="T62" fmla="*/ 45102 w 1908175"/>
                <a:gd name="T63" fmla="*/ 2399982 h 2408238"/>
                <a:gd name="T64" fmla="*/ 32079 w 1908175"/>
                <a:gd name="T65" fmla="*/ 2407603 h 2408238"/>
                <a:gd name="T66" fmla="*/ 17469 w 1908175"/>
                <a:gd name="T67" fmla="*/ 2406650 h 2408238"/>
                <a:gd name="T68" fmla="*/ 4764 w 1908175"/>
                <a:gd name="T69" fmla="*/ 2397124 h 2408238"/>
                <a:gd name="T70" fmla="*/ 0 w 1908175"/>
                <a:gd name="T71" fmla="*/ 2379659 h 2408238"/>
                <a:gd name="T72" fmla="*/ 435770 w 1908175"/>
                <a:gd name="T73" fmla="*/ 1796328 h 2408238"/>
                <a:gd name="T74" fmla="*/ 388763 w 1908175"/>
                <a:gd name="T75" fmla="*/ 1744569 h 2408238"/>
                <a:gd name="T76" fmla="*/ 362719 w 1908175"/>
                <a:gd name="T77" fmla="*/ 1715989 h 2408238"/>
                <a:gd name="T78" fmla="*/ 346838 w 1908175"/>
                <a:gd name="T79" fmla="*/ 1681695 h 2408238"/>
                <a:gd name="T80" fmla="*/ 341438 w 1908175"/>
                <a:gd name="T81" fmla="*/ 1644542 h 2408238"/>
                <a:gd name="T82" fmla="*/ 346838 w 1908175"/>
                <a:gd name="T83" fmla="*/ 1607707 h 2408238"/>
                <a:gd name="T84" fmla="*/ 363036 w 1908175"/>
                <a:gd name="T85" fmla="*/ 1572459 h 2408238"/>
                <a:gd name="T86" fmla="*/ 1205039 w 1908175"/>
                <a:gd name="T87" fmla="*/ 444538 h 2408238"/>
                <a:gd name="T88" fmla="*/ 1236800 w 1908175"/>
                <a:gd name="T89" fmla="*/ 423263 h 2408238"/>
                <a:gd name="T90" fmla="*/ 1272374 w 1908175"/>
                <a:gd name="T91" fmla="*/ 412784 h 2408238"/>
                <a:gd name="T92" fmla="*/ 1309852 w 1908175"/>
                <a:gd name="T93" fmla="*/ 412466 h 2408238"/>
                <a:gd name="T94" fmla="*/ 1346378 w 1908175"/>
                <a:gd name="T95" fmla="*/ 423263 h 2408238"/>
                <a:gd name="T96" fmla="*/ 1396879 w 1908175"/>
                <a:gd name="T97" fmla="*/ 456287 h 2408238"/>
                <a:gd name="T98" fmla="*/ 1533856 w 1908175"/>
                <a:gd name="T99" fmla="*/ 105629 h 2408238"/>
                <a:gd name="T100" fmla="*/ 1525905 w 1908175"/>
                <a:gd name="T101" fmla="*/ 65344 h 2408238"/>
                <a:gd name="T102" fmla="*/ 1541806 w 1908175"/>
                <a:gd name="T103" fmla="*/ 26645 h 2408238"/>
                <a:gd name="T104" fmla="*/ 1576153 w 1908175"/>
                <a:gd name="T105" fmla="*/ 3172 h 2408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08175" h="2408238">
                  <a:moveTo>
                    <a:pt x="790575" y="1079500"/>
                  </a:moveTo>
                  <a:lnTo>
                    <a:pt x="419418" y="1579468"/>
                  </a:lnTo>
                  <a:lnTo>
                    <a:pt x="416560" y="1583921"/>
                  </a:lnTo>
                  <a:lnTo>
                    <a:pt x="414020" y="1587738"/>
                  </a:lnTo>
                  <a:lnTo>
                    <a:pt x="411480" y="1592190"/>
                  </a:lnTo>
                  <a:lnTo>
                    <a:pt x="409258" y="1596961"/>
                  </a:lnTo>
                  <a:lnTo>
                    <a:pt x="407035" y="1601096"/>
                  </a:lnTo>
                  <a:lnTo>
                    <a:pt x="405765" y="1605866"/>
                  </a:lnTo>
                  <a:lnTo>
                    <a:pt x="404178" y="1610637"/>
                  </a:lnTo>
                  <a:lnTo>
                    <a:pt x="402908" y="1615090"/>
                  </a:lnTo>
                  <a:lnTo>
                    <a:pt x="401638" y="1619860"/>
                  </a:lnTo>
                  <a:lnTo>
                    <a:pt x="401003" y="1624631"/>
                  </a:lnTo>
                  <a:lnTo>
                    <a:pt x="400685" y="1629084"/>
                  </a:lnTo>
                  <a:lnTo>
                    <a:pt x="400368" y="1633854"/>
                  </a:lnTo>
                  <a:lnTo>
                    <a:pt x="400050" y="1638625"/>
                  </a:lnTo>
                  <a:lnTo>
                    <a:pt x="400368" y="1643396"/>
                  </a:lnTo>
                  <a:lnTo>
                    <a:pt x="400685" y="1648166"/>
                  </a:lnTo>
                  <a:lnTo>
                    <a:pt x="401003" y="1652937"/>
                  </a:lnTo>
                  <a:lnTo>
                    <a:pt x="401955" y="1657708"/>
                  </a:lnTo>
                  <a:lnTo>
                    <a:pt x="402908" y="1662160"/>
                  </a:lnTo>
                  <a:lnTo>
                    <a:pt x="404178" y="1666613"/>
                  </a:lnTo>
                  <a:lnTo>
                    <a:pt x="405765" y="1671384"/>
                  </a:lnTo>
                  <a:lnTo>
                    <a:pt x="407353" y="1675836"/>
                  </a:lnTo>
                  <a:lnTo>
                    <a:pt x="409258" y="1679971"/>
                  </a:lnTo>
                  <a:lnTo>
                    <a:pt x="411480" y="1684424"/>
                  </a:lnTo>
                  <a:lnTo>
                    <a:pt x="413703" y="1688558"/>
                  </a:lnTo>
                  <a:lnTo>
                    <a:pt x="416243" y="1692693"/>
                  </a:lnTo>
                  <a:lnTo>
                    <a:pt x="419100" y="1696509"/>
                  </a:lnTo>
                  <a:lnTo>
                    <a:pt x="421958" y="1700644"/>
                  </a:lnTo>
                  <a:lnTo>
                    <a:pt x="425133" y="1704142"/>
                  </a:lnTo>
                  <a:lnTo>
                    <a:pt x="428625" y="1707641"/>
                  </a:lnTo>
                  <a:lnTo>
                    <a:pt x="432435" y="1711457"/>
                  </a:lnTo>
                  <a:lnTo>
                    <a:pt x="435928" y="1714638"/>
                  </a:lnTo>
                  <a:lnTo>
                    <a:pt x="439738" y="1717818"/>
                  </a:lnTo>
                  <a:lnTo>
                    <a:pt x="550545" y="1799874"/>
                  </a:lnTo>
                  <a:lnTo>
                    <a:pt x="554990" y="1802737"/>
                  </a:lnTo>
                  <a:lnTo>
                    <a:pt x="558800" y="1805599"/>
                  </a:lnTo>
                  <a:lnTo>
                    <a:pt x="563245" y="1807825"/>
                  </a:lnTo>
                  <a:lnTo>
                    <a:pt x="568008" y="1810370"/>
                  </a:lnTo>
                  <a:lnTo>
                    <a:pt x="572135" y="1812278"/>
                  </a:lnTo>
                  <a:lnTo>
                    <a:pt x="576898" y="1813868"/>
                  </a:lnTo>
                  <a:lnTo>
                    <a:pt x="581660" y="1815459"/>
                  </a:lnTo>
                  <a:lnTo>
                    <a:pt x="586105" y="1816413"/>
                  </a:lnTo>
                  <a:lnTo>
                    <a:pt x="590868" y="1817685"/>
                  </a:lnTo>
                  <a:lnTo>
                    <a:pt x="595630" y="1818321"/>
                  </a:lnTo>
                  <a:lnTo>
                    <a:pt x="600075" y="1818957"/>
                  </a:lnTo>
                  <a:lnTo>
                    <a:pt x="604838" y="1819275"/>
                  </a:lnTo>
                  <a:lnTo>
                    <a:pt x="609600" y="1819275"/>
                  </a:lnTo>
                  <a:lnTo>
                    <a:pt x="614363" y="1819275"/>
                  </a:lnTo>
                  <a:lnTo>
                    <a:pt x="619125" y="1818957"/>
                  </a:lnTo>
                  <a:lnTo>
                    <a:pt x="623888" y="1818321"/>
                  </a:lnTo>
                  <a:lnTo>
                    <a:pt x="628650" y="1817685"/>
                  </a:lnTo>
                  <a:lnTo>
                    <a:pt x="633095" y="1816413"/>
                  </a:lnTo>
                  <a:lnTo>
                    <a:pt x="637540" y="1815459"/>
                  </a:lnTo>
                  <a:lnTo>
                    <a:pt x="642303" y="1813550"/>
                  </a:lnTo>
                  <a:lnTo>
                    <a:pt x="646748" y="1812278"/>
                  </a:lnTo>
                  <a:lnTo>
                    <a:pt x="650875" y="1810052"/>
                  </a:lnTo>
                  <a:lnTo>
                    <a:pt x="655320" y="1808143"/>
                  </a:lnTo>
                  <a:lnTo>
                    <a:pt x="659448" y="1805599"/>
                  </a:lnTo>
                  <a:lnTo>
                    <a:pt x="663575" y="1803055"/>
                  </a:lnTo>
                  <a:lnTo>
                    <a:pt x="667385" y="1800192"/>
                  </a:lnTo>
                  <a:lnTo>
                    <a:pt x="671513" y="1797330"/>
                  </a:lnTo>
                  <a:lnTo>
                    <a:pt x="675005" y="1794149"/>
                  </a:lnTo>
                  <a:lnTo>
                    <a:pt x="678498" y="1790969"/>
                  </a:lnTo>
                  <a:lnTo>
                    <a:pt x="682308" y="1787470"/>
                  </a:lnTo>
                  <a:lnTo>
                    <a:pt x="685483" y="1783336"/>
                  </a:lnTo>
                  <a:lnTo>
                    <a:pt x="688658" y="1779519"/>
                  </a:lnTo>
                  <a:lnTo>
                    <a:pt x="1036638" y="1310401"/>
                  </a:lnTo>
                  <a:lnTo>
                    <a:pt x="1006793" y="1280505"/>
                  </a:lnTo>
                  <a:lnTo>
                    <a:pt x="976630" y="1250609"/>
                  </a:lnTo>
                  <a:lnTo>
                    <a:pt x="946468" y="1221031"/>
                  </a:lnTo>
                  <a:lnTo>
                    <a:pt x="915988" y="1192088"/>
                  </a:lnTo>
                  <a:lnTo>
                    <a:pt x="885508" y="1163146"/>
                  </a:lnTo>
                  <a:lnTo>
                    <a:pt x="854075" y="1135158"/>
                  </a:lnTo>
                  <a:lnTo>
                    <a:pt x="822325" y="1106852"/>
                  </a:lnTo>
                  <a:lnTo>
                    <a:pt x="790575" y="1079500"/>
                  </a:lnTo>
                  <a:close/>
                  <a:moveTo>
                    <a:pt x="1596825" y="0"/>
                  </a:moveTo>
                  <a:lnTo>
                    <a:pt x="1603504" y="317"/>
                  </a:lnTo>
                  <a:lnTo>
                    <a:pt x="1610501" y="1586"/>
                  </a:lnTo>
                  <a:lnTo>
                    <a:pt x="1617179" y="2855"/>
                  </a:lnTo>
                  <a:lnTo>
                    <a:pt x="1624176" y="5392"/>
                  </a:lnTo>
                  <a:lnTo>
                    <a:pt x="1630536" y="8247"/>
                  </a:lnTo>
                  <a:lnTo>
                    <a:pt x="1636897" y="11737"/>
                  </a:lnTo>
                  <a:lnTo>
                    <a:pt x="1642621" y="16177"/>
                  </a:lnTo>
                  <a:lnTo>
                    <a:pt x="1882097" y="210623"/>
                  </a:lnTo>
                  <a:lnTo>
                    <a:pt x="1887503" y="215698"/>
                  </a:lnTo>
                  <a:lnTo>
                    <a:pt x="1891956" y="221090"/>
                  </a:lnTo>
                  <a:lnTo>
                    <a:pt x="1896408" y="226800"/>
                  </a:lnTo>
                  <a:lnTo>
                    <a:pt x="1899906" y="232510"/>
                  </a:lnTo>
                  <a:lnTo>
                    <a:pt x="1902769" y="238854"/>
                  </a:lnTo>
                  <a:lnTo>
                    <a:pt x="1905313" y="245515"/>
                  </a:lnTo>
                  <a:lnTo>
                    <a:pt x="1906903" y="252176"/>
                  </a:lnTo>
                  <a:lnTo>
                    <a:pt x="1907857" y="259155"/>
                  </a:lnTo>
                  <a:lnTo>
                    <a:pt x="1908175" y="265816"/>
                  </a:lnTo>
                  <a:lnTo>
                    <a:pt x="1908175" y="272794"/>
                  </a:lnTo>
                  <a:lnTo>
                    <a:pt x="1907221" y="279456"/>
                  </a:lnTo>
                  <a:lnTo>
                    <a:pt x="1905313" y="286434"/>
                  </a:lnTo>
                  <a:lnTo>
                    <a:pt x="1903405" y="292778"/>
                  </a:lnTo>
                  <a:lnTo>
                    <a:pt x="1900542" y="299122"/>
                  </a:lnTo>
                  <a:lnTo>
                    <a:pt x="1896726" y="305783"/>
                  </a:lnTo>
                  <a:lnTo>
                    <a:pt x="1892592" y="311493"/>
                  </a:lnTo>
                  <a:lnTo>
                    <a:pt x="1887503" y="316886"/>
                  </a:lnTo>
                  <a:lnTo>
                    <a:pt x="1882097" y="321961"/>
                  </a:lnTo>
                  <a:lnTo>
                    <a:pt x="1876372" y="325767"/>
                  </a:lnTo>
                  <a:lnTo>
                    <a:pt x="1870012" y="329574"/>
                  </a:lnTo>
                  <a:lnTo>
                    <a:pt x="1863969" y="332746"/>
                  </a:lnTo>
                  <a:lnTo>
                    <a:pt x="1857608" y="334966"/>
                  </a:lnTo>
                  <a:lnTo>
                    <a:pt x="1850612" y="336552"/>
                  </a:lnTo>
                  <a:lnTo>
                    <a:pt x="1843933" y="337821"/>
                  </a:lnTo>
                  <a:lnTo>
                    <a:pt x="1836937" y="338138"/>
                  </a:lnTo>
                  <a:lnTo>
                    <a:pt x="1830258" y="337821"/>
                  </a:lnTo>
                  <a:lnTo>
                    <a:pt x="1823261" y="336552"/>
                  </a:lnTo>
                  <a:lnTo>
                    <a:pt x="1816583" y="335283"/>
                  </a:lnTo>
                  <a:lnTo>
                    <a:pt x="1809586" y="332746"/>
                  </a:lnTo>
                  <a:lnTo>
                    <a:pt x="1803226" y="329891"/>
                  </a:lnTo>
                  <a:lnTo>
                    <a:pt x="1797183" y="326084"/>
                  </a:lnTo>
                  <a:lnTo>
                    <a:pt x="1791141" y="321961"/>
                  </a:lnTo>
                  <a:lnTo>
                    <a:pt x="1723056" y="266679"/>
                  </a:lnTo>
                  <a:lnTo>
                    <a:pt x="1503281" y="536626"/>
                  </a:lnTo>
                  <a:lnTo>
                    <a:pt x="1514715" y="544883"/>
                  </a:lnTo>
                  <a:lnTo>
                    <a:pt x="1519797" y="549328"/>
                  </a:lnTo>
                  <a:lnTo>
                    <a:pt x="1524879" y="553456"/>
                  </a:lnTo>
                  <a:lnTo>
                    <a:pt x="1529643" y="558220"/>
                  </a:lnTo>
                  <a:lnTo>
                    <a:pt x="1534408" y="562983"/>
                  </a:lnTo>
                  <a:lnTo>
                    <a:pt x="1538219" y="567428"/>
                  </a:lnTo>
                  <a:lnTo>
                    <a:pt x="1542348" y="572827"/>
                  </a:lnTo>
                  <a:lnTo>
                    <a:pt x="1545842" y="577907"/>
                  </a:lnTo>
                  <a:lnTo>
                    <a:pt x="1549336" y="583306"/>
                  </a:lnTo>
                  <a:lnTo>
                    <a:pt x="1552194" y="588704"/>
                  </a:lnTo>
                  <a:lnTo>
                    <a:pt x="1555053" y="594420"/>
                  </a:lnTo>
                  <a:lnTo>
                    <a:pt x="1557594" y="600136"/>
                  </a:lnTo>
                  <a:lnTo>
                    <a:pt x="1559817" y="606169"/>
                  </a:lnTo>
                  <a:lnTo>
                    <a:pt x="1561723" y="612202"/>
                  </a:lnTo>
                  <a:lnTo>
                    <a:pt x="1563311" y="618236"/>
                  </a:lnTo>
                  <a:lnTo>
                    <a:pt x="1564899" y="624269"/>
                  </a:lnTo>
                  <a:lnTo>
                    <a:pt x="1565852" y="630620"/>
                  </a:lnTo>
                  <a:lnTo>
                    <a:pt x="1566804" y="636653"/>
                  </a:lnTo>
                  <a:lnTo>
                    <a:pt x="1567122" y="642687"/>
                  </a:lnTo>
                  <a:lnTo>
                    <a:pt x="1567440" y="648720"/>
                  </a:lnTo>
                  <a:lnTo>
                    <a:pt x="1567122" y="655388"/>
                  </a:lnTo>
                  <a:lnTo>
                    <a:pt x="1566804" y="661422"/>
                  </a:lnTo>
                  <a:lnTo>
                    <a:pt x="1565852" y="667455"/>
                  </a:lnTo>
                  <a:lnTo>
                    <a:pt x="1564899" y="674124"/>
                  </a:lnTo>
                  <a:lnTo>
                    <a:pt x="1563311" y="680157"/>
                  </a:lnTo>
                  <a:lnTo>
                    <a:pt x="1562040" y="686190"/>
                  </a:lnTo>
                  <a:lnTo>
                    <a:pt x="1559817" y="692224"/>
                  </a:lnTo>
                  <a:lnTo>
                    <a:pt x="1557594" y="698257"/>
                  </a:lnTo>
                  <a:lnTo>
                    <a:pt x="1555053" y="704290"/>
                  </a:lnTo>
                  <a:lnTo>
                    <a:pt x="1552194" y="710006"/>
                  </a:lnTo>
                  <a:lnTo>
                    <a:pt x="1549018" y="715722"/>
                  </a:lnTo>
                  <a:lnTo>
                    <a:pt x="1545524" y="721120"/>
                  </a:lnTo>
                  <a:lnTo>
                    <a:pt x="1541713" y="726836"/>
                  </a:lnTo>
                  <a:lnTo>
                    <a:pt x="721308" y="1829988"/>
                  </a:lnTo>
                  <a:lnTo>
                    <a:pt x="717497" y="1835386"/>
                  </a:lnTo>
                  <a:lnTo>
                    <a:pt x="713050" y="1840467"/>
                  </a:lnTo>
                  <a:lnTo>
                    <a:pt x="708286" y="1844913"/>
                  </a:lnTo>
                  <a:lnTo>
                    <a:pt x="703839" y="1849358"/>
                  </a:lnTo>
                  <a:lnTo>
                    <a:pt x="698757" y="1853487"/>
                  </a:lnTo>
                  <a:lnTo>
                    <a:pt x="693675" y="1857615"/>
                  </a:lnTo>
                  <a:lnTo>
                    <a:pt x="688594" y="1861108"/>
                  </a:lnTo>
                  <a:lnTo>
                    <a:pt x="683194" y="1864283"/>
                  </a:lnTo>
                  <a:lnTo>
                    <a:pt x="677477" y="1867776"/>
                  </a:lnTo>
                  <a:lnTo>
                    <a:pt x="672078" y="1870316"/>
                  </a:lnTo>
                  <a:lnTo>
                    <a:pt x="666360" y="1872539"/>
                  </a:lnTo>
                  <a:lnTo>
                    <a:pt x="660326" y="1875080"/>
                  </a:lnTo>
                  <a:lnTo>
                    <a:pt x="654291" y="1876985"/>
                  </a:lnTo>
                  <a:lnTo>
                    <a:pt x="648256" y="1878890"/>
                  </a:lnTo>
                  <a:lnTo>
                    <a:pt x="642222" y="1879843"/>
                  </a:lnTo>
                  <a:lnTo>
                    <a:pt x="636187" y="1881113"/>
                  </a:lnTo>
                  <a:lnTo>
                    <a:pt x="629834" y="1881748"/>
                  </a:lnTo>
                  <a:lnTo>
                    <a:pt x="623800" y="1882383"/>
                  </a:lnTo>
                  <a:lnTo>
                    <a:pt x="617447" y="1882383"/>
                  </a:lnTo>
                  <a:lnTo>
                    <a:pt x="611413" y="1882383"/>
                  </a:lnTo>
                  <a:lnTo>
                    <a:pt x="605060" y="1882066"/>
                  </a:lnTo>
                  <a:lnTo>
                    <a:pt x="598708" y="1881431"/>
                  </a:lnTo>
                  <a:lnTo>
                    <a:pt x="592673" y="1880160"/>
                  </a:lnTo>
                  <a:lnTo>
                    <a:pt x="586321" y="1878890"/>
                  </a:lnTo>
                  <a:lnTo>
                    <a:pt x="580286" y="1876985"/>
                  </a:lnTo>
                  <a:lnTo>
                    <a:pt x="574252" y="1875080"/>
                  </a:lnTo>
                  <a:lnTo>
                    <a:pt x="568217" y="1873174"/>
                  </a:lnTo>
                  <a:lnTo>
                    <a:pt x="562500" y="1870634"/>
                  </a:lnTo>
                  <a:lnTo>
                    <a:pt x="556465" y="1867141"/>
                  </a:lnTo>
                  <a:lnTo>
                    <a:pt x="550748" y="1864283"/>
                  </a:lnTo>
                  <a:lnTo>
                    <a:pt x="545031" y="1860790"/>
                  </a:lnTo>
                  <a:lnTo>
                    <a:pt x="539631" y="1856980"/>
                  </a:lnTo>
                  <a:lnTo>
                    <a:pt x="481825" y="1814111"/>
                  </a:lnTo>
                  <a:lnTo>
                    <a:pt x="481507" y="1817604"/>
                  </a:lnTo>
                  <a:lnTo>
                    <a:pt x="480554" y="1821414"/>
                  </a:lnTo>
                  <a:lnTo>
                    <a:pt x="479284" y="1824590"/>
                  </a:lnTo>
                  <a:lnTo>
                    <a:pt x="477061" y="1827765"/>
                  </a:lnTo>
                  <a:lnTo>
                    <a:pt x="47007" y="2397759"/>
                  </a:lnTo>
                  <a:lnTo>
                    <a:pt x="45102" y="2399982"/>
                  </a:lnTo>
                  <a:lnTo>
                    <a:pt x="43196" y="2401570"/>
                  </a:lnTo>
                  <a:lnTo>
                    <a:pt x="41290" y="2403475"/>
                  </a:lnTo>
                  <a:lnTo>
                    <a:pt x="39067" y="2404428"/>
                  </a:lnTo>
                  <a:lnTo>
                    <a:pt x="36844" y="2406015"/>
                  </a:lnTo>
                  <a:lnTo>
                    <a:pt x="34620" y="2406650"/>
                  </a:lnTo>
                  <a:lnTo>
                    <a:pt x="32079" y="2407603"/>
                  </a:lnTo>
                  <a:lnTo>
                    <a:pt x="29538" y="2407921"/>
                  </a:lnTo>
                  <a:lnTo>
                    <a:pt x="26997" y="2408238"/>
                  </a:lnTo>
                  <a:lnTo>
                    <a:pt x="24457" y="2408238"/>
                  </a:lnTo>
                  <a:lnTo>
                    <a:pt x="21916" y="2407921"/>
                  </a:lnTo>
                  <a:lnTo>
                    <a:pt x="20010" y="2407603"/>
                  </a:lnTo>
                  <a:lnTo>
                    <a:pt x="17469" y="2406650"/>
                  </a:lnTo>
                  <a:lnTo>
                    <a:pt x="14928" y="2405698"/>
                  </a:lnTo>
                  <a:lnTo>
                    <a:pt x="12705" y="2404428"/>
                  </a:lnTo>
                  <a:lnTo>
                    <a:pt x="10481" y="2402840"/>
                  </a:lnTo>
                  <a:lnTo>
                    <a:pt x="8258" y="2400935"/>
                  </a:lnTo>
                  <a:lnTo>
                    <a:pt x="6352" y="2399347"/>
                  </a:lnTo>
                  <a:lnTo>
                    <a:pt x="4764" y="2397124"/>
                  </a:lnTo>
                  <a:lnTo>
                    <a:pt x="3494" y="2394584"/>
                  </a:lnTo>
                  <a:lnTo>
                    <a:pt x="1906" y="2392043"/>
                  </a:lnTo>
                  <a:lnTo>
                    <a:pt x="1270" y="2389503"/>
                  </a:lnTo>
                  <a:lnTo>
                    <a:pt x="635" y="2386963"/>
                  </a:lnTo>
                  <a:lnTo>
                    <a:pt x="0" y="2384422"/>
                  </a:lnTo>
                  <a:lnTo>
                    <a:pt x="0" y="2379659"/>
                  </a:lnTo>
                  <a:lnTo>
                    <a:pt x="1270" y="2375213"/>
                  </a:lnTo>
                  <a:lnTo>
                    <a:pt x="1906" y="2372991"/>
                  </a:lnTo>
                  <a:lnTo>
                    <a:pt x="2541" y="2370768"/>
                  </a:lnTo>
                  <a:lnTo>
                    <a:pt x="4129" y="2368545"/>
                  </a:lnTo>
                  <a:lnTo>
                    <a:pt x="5399" y="2366322"/>
                  </a:lnTo>
                  <a:lnTo>
                    <a:pt x="435770" y="1796328"/>
                  </a:lnTo>
                  <a:lnTo>
                    <a:pt x="438311" y="1793788"/>
                  </a:lnTo>
                  <a:lnTo>
                    <a:pt x="441170" y="1791248"/>
                  </a:lnTo>
                  <a:lnTo>
                    <a:pt x="444029" y="1789660"/>
                  </a:lnTo>
                  <a:lnTo>
                    <a:pt x="447205" y="1788390"/>
                  </a:lnTo>
                  <a:lnTo>
                    <a:pt x="394163" y="1748697"/>
                  </a:lnTo>
                  <a:lnTo>
                    <a:pt x="388763" y="1744569"/>
                  </a:lnTo>
                  <a:lnTo>
                    <a:pt x="383681" y="1740440"/>
                  </a:lnTo>
                  <a:lnTo>
                    <a:pt x="378917" y="1735677"/>
                  </a:lnTo>
                  <a:lnTo>
                    <a:pt x="374470" y="1730914"/>
                  </a:lnTo>
                  <a:lnTo>
                    <a:pt x="370341" y="1726468"/>
                  </a:lnTo>
                  <a:lnTo>
                    <a:pt x="366212" y="1721070"/>
                  </a:lnTo>
                  <a:lnTo>
                    <a:pt x="362719" y="1715989"/>
                  </a:lnTo>
                  <a:lnTo>
                    <a:pt x="359542" y="1710591"/>
                  </a:lnTo>
                  <a:lnTo>
                    <a:pt x="356366" y="1705193"/>
                  </a:lnTo>
                  <a:lnTo>
                    <a:pt x="353825" y="1699477"/>
                  </a:lnTo>
                  <a:lnTo>
                    <a:pt x="351284" y="1693444"/>
                  </a:lnTo>
                  <a:lnTo>
                    <a:pt x="349061" y="1687728"/>
                  </a:lnTo>
                  <a:lnTo>
                    <a:pt x="346838" y="1681695"/>
                  </a:lnTo>
                  <a:lnTo>
                    <a:pt x="345567" y="1675661"/>
                  </a:lnTo>
                  <a:lnTo>
                    <a:pt x="343979" y="1669628"/>
                  </a:lnTo>
                  <a:lnTo>
                    <a:pt x="343026" y="1663277"/>
                  </a:lnTo>
                  <a:lnTo>
                    <a:pt x="342073" y="1657244"/>
                  </a:lnTo>
                  <a:lnTo>
                    <a:pt x="341438" y="1651210"/>
                  </a:lnTo>
                  <a:lnTo>
                    <a:pt x="341438" y="1644542"/>
                  </a:lnTo>
                  <a:lnTo>
                    <a:pt x="341438" y="1638508"/>
                  </a:lnTo>
                  <a:lnTo>
                    <a:pt x="342073" y="1632475"/>
                  </a:lnTo>
                  <a:lnTo>
                    <a:pt x="343026" y="1626124"/>
                  </a:lnTo>
                  <a:lnTo>
                    <a:pt x="343662" y="1619773"/>
                  </a:lnTo>
                  <a:lnTo>
                    <a:pt x="345250" y="1613740"/>
                  </a:lnTo>
                  <a:lnTo>
                    <a:pt x="346838" y="1607707"/>
                  </a:lnTo>
                  <a:lnTo>
                    <a:pt x="348743" y="1601673"/>
                  </a:lnTo>
                  <a:lnTo>
                    <a:pt x="350967" y="1595322"/>
                  </a:lnTo>
                  <a:lnTo>
                    <a:pt x="353825" y="1589606"/>
                  </a:lnTo>
                  <a:lnTo>
                    <a:pt x="356684" y="1583891"/>
                  </a:lnTo>
                  <a:lnTo>
                    <a:pt x="359860" y="1578175"/>
                  </a:lnTo>
                  <a:lnTo>
                    <a:pt x="363036" y="1572459"/>
                  </a:lnTo>
                  <a:lnTo>
                    <a:pt x="367165" y="1567061"/>
                  </a:lnTo>
                  <a:lnTo>
                    <a:pt x="1187252" y="463909"/>
                  </a:lnTo>
                  <a:lnTo>
                    <a:pt x="1191381" y="458510"/>
                  </a:lnTo>
                  <a:lnTo>
                    <a:pt x="1195828" y="453430"/>
                  </a:lnTo>
                  <a:lnTo>
                    <a:pt x="1200274" y="448984"/>
                  </a:lnTo>
                  <a:lnTo>
                    <a:pt x="1205039" y="444538"/>
                  </a:lnTo>
                  <a:lnTo>
                    <a:pt x="1209803" y="440410"/>
                  </a:lnTo>
                  <a:lnTo>
                    <a:pt x="1214885" y="436282"/>
                  </a:lnTo>
                  <a:lnTo>
                    <a:pt x="1220284" y="432789"/>
                  </a:lnTo>
                  <a:lnTo>
                    <a:pt x="1225684" y="429614"/>
                  </a:lnTo>
                  <a:lnTo>
                    <a:pt x="1231083" y="426121"/>
                  </a:lnTo>
                  <a:lnTo>
                    <a:pt x="1236800" y="423263"/>
                  </a:lnTo>
                  <a:lnTo>
                    <a:pt x="1242518" y="421040"/>
                  </a:lnTo>
                  <a:lnTo>
                    <a:pt x="1248235" y="418817"/>
                  </a:lnTo>
                  <a:lnTo>
                    <a:pt x="1254587" y="416912"/>
                  </a:lnTo>
                  <a:lnTo>
                    <a:pt x="1260304" y="415007"/>
                  </a:lnTo>
                  <a:lnTo>
                    <a:pt x="1266339" y="414054"/>
                  </a:lnTo>
                  <a:lnTo>
                    <a:pt x="1272374" y="412784"/>
                  </a:lnTo>
                  <a:lnTo>
                    <a:pt x="1279044" y="412149"/>
                  </a:lnTo>
                  <a:lnTo>
                    <a:pt x="1285078" y="411514"/>
                  </a:lnTo>
                  <a:lnTo>
                    <a:pt x="1291113" y="411514"/>
                  </a:lnTo>
                  <a:lnTo>
                    <a:pt x="1297465" y="411514"/>
                  </a:lnTo>
                  <a:lnTo>
                    <a:pt x="1303818" y="411831"/>
                  </a:lnTo>
                  <a:lnTo>
                    <a:pt x="1309852" y="412466"/>
                  </a:lnTo>
                  <a:lnTo>
                    <a:pt x="1315887" y="413736"/>
                  </a:lnTo>
                  <a:lnTo>
                    <a:pt x="1322557" y="415007"/>
                  </a:lnTo>
                  <a:lnTo>
                    <a:pt x="1328592" y="416594"/>
                  </a:lnTo>
                  <a:lnTo>
                    <a:pt x="1334626" y="418817"/>
                  </a:lnTo>
                  <a:lnTo>
                    <a:pt x="1340344" y="420722"/>
                  </a:lnTo>
                  <a:lnTo>
                    <a:pt x="1346378" y="423263"/>
                  </a:lnTo>
                  <a:lnTo>
                    <a:pt x="1352413" y="426121"/>
                  </a:lnTo>
                  <a:lnTo>
                    <a:pt x="1358130" y="429614"/>
                  </a:lnTo>
                  <a:lnTo>
                    <a:pt x="1363530" y="433107"/>
                  </a:lnTo>
                  <a:lnTo>
                    <a:pt x="1368929" y="436917"/>
                  </a:lnTo>
                  <a:lnTo>
                    <a:pt x="1414031" y="470577"/>
                  </a:lnTo>
                  <a:lnTo>
                    <a:pt x="1396879" y="456287"/>
                  </a:lnTo>
                  <a:lnTo>
                    <a:pt x="1619666" y="182730"/>
                  </a:lnTo>
                  <a:lnTo>
                    <a:pt x="1551665" y="127515"/>
                  </a:lnTo>
                  <a:lnTo>
                    <a:pt x="1546259" y="122440"/>
                  </a:lnTo>
                  <a:lnTo>
                    <a:pt x="1541806" y="117048"/>
                  </a:lnTo>
                  <a:lnTo>
                    <a:pt x="1537354" y="111338"/>
                  </a:lnTo>
                  <a:lnTo>
                    <a:pt x="1533856" y="105629"/>
                  </a:lnTo>
                  <a:lnTo>
                    <a:pt x="1530993" y="99284"/>
                  </a:lnTo>
                  <a:lnTo>
                    <a:pt x="1528449" y="92623"/>
                  </a:lnTo>
                  <a:lnTo>
                    <a:pt x="1526859" y="85962"/>
                  </a:lnTo>
                  <a:lnTo>
                    <a:pt x="1525905" y="78984"/>
                  </a:lnTo>
                  <a:lnTo>
                    <a:pt x="1525587" y="72322"/>
                  </a:lnTo>
                  <a:lnTo>
                    <a:pt x="1525905" y="65344"/>
                  </a:lnTo>
                  <a:lnTo>
                    <a:pt x="1526541" y="58683"/>
                  </a:lnTo>
                  <a:lnTo>
                    <a:pt x="1528449" y="51704"/>
                  </a:lnTo>
                  <a:lnTo>
                    <a:pt x="1530357" y="45360"/>
                  </a:lnTo>
                  <a:lnTo>
                    <a:pt x="1533220" y="38699"/>
                  </a:lnTo>
                  <a:lnTo>
                    <a:pt x="1537036" y="32355"/>
                  </a:lnTo>
                  <a:lnTo>
                    <a:pt x="1541806" y="26645"/>
                  </a:lnTo>
                  <a:lnTo>
                    <a:pt x="1546259" y="21253"/>
                  </a:lnTo>
                  <a:lnTo>
                    <a:pt x="1551665" y="16177"/>
                  </a:lnTo>
                  <a:lnTo>
                    <a:pt x="1557390" y="12371"/>
                  </a:lnTo>
                  <a:lnTo>
                    <a:pt x="1563750" y="8565"/>
                  </a:lnTo>
                  <a:lnTo>
                    <a:pt x="1569793" y="5392"/>
                  </a:lnTo>
                  <a:lnTo>
                    <a:pt x="1576153" y="3172"/>
                  </a:lnTo>
                  <a:lnTo>
                    <a:pt x="1583150" y="1586"/>
                  </a:lnTo>
                  <a:lnTo>
                    <a:pt x="1589829" y="317"/>
                  </a:lnTo>
                  <a:lnTo>
                    <a:pt x="15968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52" name="组合 51"/>
          <p:cNvGrpSpPr/>
          <p:nvPr userDrawn="1"/>
        </p:nvGrpSpPr>
        <p:grpSpPr>
          <a:xfrm>
            <a:off x="7816889" y="256136"/>
            <a:ext cx="267906" cy="357208"/>
            <a:chOff x="4732991" y="2278669"/>
            <a:chExt cx="1164618" cy="1164619"/>
          </a:xfrm>
          <a:effectLst>
            <a:reflection blurRad="88900" stA="83000" endPos="63000" dist="50800" dir="5400000" sy="-100000" algn="bl" rotWithShape="0"/>
          </a:effectLst>
        </p:grpSpPr>
        <p:sp>
          <p:nvSpPr>
            <p:cNvPr id="53" name="椭圆 52"/>
            <p:cNvSpPr/>
            <p:nvPr/>
          </p:nvSpPr>
          <p:spPr>
            <a:xfrm>
              <a:off x="4732991" y="2278669"/>
              <a:ext cx="1164618" cy="1164619"/>
            </a:xfrm>
            <a:prstGeom prst="ellipse">
              <a:avLst/>
            </a:prstGeom>
            <a:solidFill>
              <a:srgbClr val="207AD3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endParaRPr>
            </a:p>
          </p:txBody>
        </p:sp>
        <p:sp>
          <p:nvSpPr>
            <p:cNvPr id="54" name="KSO_Shape"/>
            <p:cNvSpPr/>
            <p:nvPr/>
          </p:nvSpPr>
          <p:spPr bwMode="auto">
            <a:xfrm>
              <a:off x="5076643" y="2662172"/>
              <a:ext cx="499821" cy="431512"/>
            </a:xfrm>
            <a:custGeom>
              <a:avLst/>
              <a:gdLst>
                <a:gd name="T0" fmla="*/ 432306676 w 6235"/>
                <a:gd name="T1" fmla="*/ 188202068 h 5380"/>
                <a:gd name="T2" fmla="*/ 425585249 w 6235"/>
                <a:gd name="T3" fmla="*/ 175686526 h 5380"/>
                <a:gd name="T4" fmla="*/ 419517664 w 6235"/>
                <a:gd name="T5" fmla="*/ 168307917 h 5380"/>
                <a:gd name="T6" fmla="*/ 411302791 w 6235"/>
                <a:gd name="T7" fmla="*/ 163077441 h 5380"/>
                <a:gd name="T8" fmla="*/ 405981623 w 6235"/>
                <a:gd name="T9" fmla="*/ 161396108 h 5380"/>
                <a:gd name="T10" fmla="*/ 398980328 w 6235"/>
                <a:gd name="T11" fmla="*/ 160368660 h 5380"/>
                <a:gd name="T12" fmla="*/ 391979033 w 6235"/>
                <a:gd name="T13" fmla="*/ 160648984 h 5380"/>
                <a:gd name="T14" fmla="*/ 385164419 w 6235"/>
                <a:gd name="T15" fmla="*/ 162423555 h 5380"/>
                <a:gd name="T16" fmla="*/ 378816659 w 6235"/>
                <a:gd name="T17" fmla="*/ 165412355 h 5380"/>
                <a:gd name="T18" fmla="*/ 373122435 w 6235"/>
                <a:gd name="T19" fmla="*/ 169522146 h 5380"/>
                <a:gd name="T20" fmla="*/ 368361310 w 6235"/>
                <a:gd name="T21" fmla="*/ 174752316 h 5380"/>
                <a:gd name="T22" fmla="*/ 364533895 w 6235"/>
                <a:gd name="T23" fmla="*/ 181103783 h 5380"/>
                <a:gd name="T24" fmla="*/ 268103009 w 6235"/>
                <a:gd name="T25" fmla="*/ 29888304 h 5380"/>
                <a:gd name="T26" fmla="*/ 266049214 w 6235"/>
                <a:gd name="T27" fmla="*/ 22789713 h 5380"/>
                <a:gd name="T28" fmla="*/ 262781841 w 6235"/>
                <a:gd name="T29" fmla="*/ 16438552 h 5380"/>
                <a:gd name="T30" fmla="*/ 258394383 w 6235"/>
                <a:gd name="T31" fmla="*/ 10927752 h 5380"/>
                <a:gd name="T32" fmla="*/ 252980028 w 6235"/>
                <a:gd name="T33" fmla="*/ 6444705 h 5380"/>
                <a:gd name="T34" fmla="*/ 246912443 w 6235"/>
                <a:gd name="T35" fmla="*/ 2988800 h 5380"/>
                <a:gd name="T36" fmla="*/ 240191016 w 6235"/>
                <a:gd name="T37" fmla="*/ 840667 h 5380"/>
                <a:gd name="T38" fmla="*/ 233189721 w 6235"/>
                <a:gd name="T39" fmla="*/ 0 h 5380"/>
                <a:gd name="T40" fmla="*/ 225815064 w 6235"/>
                <a:gd name="T41" fmla="*/ 560343 h 5380"/>
                <a:gd name="T42" fmla="*/ 218346914 w 6235"/>
                <a:gd name="T43" fmla="*/ 2802019 h 5380"/>
                <a:gd name="T44" fmla="*/ 209665492 w 6235"/>
                <a:gd name="T45" fmla="*/ 7845714 h 5380"/>
                <a:gd name="T46" fmla="*/ 202944065 w 6235"/>
                <a:gd name="T47" fmla="*/ 14943999 h 5380"/>
                <a:gd name="T48" fmla="*/ 198183245 w 6235"/>
                <a:gd name="T49" fmla="*/ 23630380 h 5380"/>
                <a:gd name="T50" fmla="*/ 0 w 6235"/>
                <a:gd name="T51" fmla="*/ 395364689 h 5380"/>
                <a:gd name="T52" fmla="*/ 99885245 w 6235"/>
                <a:gd name="T53" fmla="*/ 395644708 h 5380"/>
                <a:gd name="T54" fmla="*/ 106606366 w 6235"/>
                <a:gd name="T55" fmla="*/ 395177603 h 5380"/>
                <a:gd name="T56" fmla="*/ 113047619 w 6235"/>
                <a:gd name="T57" fmla="*/ 393589812 h 5380"/>
                <a:gd name="T58" fmla="*/ 119022017 w 6235"/>
                <a:gd name="T59" fmla="*/ 390974574 h 5380"/>
                <a:gd name="T60" fmla="*/ 122569258 w 6235"/>
                <a:gd name="T61" fmla="*/ 388639660 h 5380"/>
                <a:gd name="T62" fmla="*/ 126303486 w 6235"/>
                <a:gd name="T63" fmla="*/ 385557623 h 5380"/>
                <a:gd name="T64" fmla="*/ 133304781 w 6235"/>
                <a:gd name="T65" fmla="*/ 376590918 h 5380"/>
                <a:gd name="T66" fmla="*/ 218907262 w 6235"/>
                <a:gd name="T67" fmla="*/ 166439803 h 5380"/>
                <a:gd name="T68" fmla="*/ 275104304 w 6235"/>
                <a:gd name="T69" fmla="*/ 476249371 h 5380"/>
                <a:gd name="T70" fmla="*/ 277811329 w 6235"/>
                <a:gd name="T71" fmla="*/ 483067637 h 5380"/>
                <a:gd name="T72" fmla="*/ 281731932 w 6235"/>
                <a:gd name="T73" fmla="*/ 488951999 h 5380"/>
                <a:gd name="T74" fmla="*/ 286493057 w 6235"/>
                <a:gd name="T75" fmla="*/ 493995389 h 5380"/>
                <a:gd name="T76" fmla="*/ 292280774 w 6235"/>
                <a:gd name="T77" fmla="*/ 497918399 h 5380"/>
                <a:gd name="T78" fmla="*/ 298721721 w 6235"/>
                <a:gd name="T79" fmla="*/ 500813655 h 5380"/>
                <a:gd name="T80" fmla="*/ 305629828 w 6235"/>
                <a:gd name="T81" fmla="*/ 502308208 h 5380"/>
                <a:gd name="T82" fmla="*/ 312817804 w 6235"/>
                <a:gd name="T83" fmla="*/ 502401446 h 5380"/>
                <a:gd name="T84" fmla="*/ 318885695 w 6235"/>
                <a:gd name="T85" fmla="*/ 501467541 h 5380"/>
                <a:gd name="T86" fmla="*/ 327660611 w 6235"/>
                <a:gd name="T87" fmla="*/ 498011636 h 5380"/>
                <a:gd name="T88" fmla="*/ 335128455 w 6235"/>
                <a:gd name="T89" fmla="*/ 492501142 h 5380"/>
                <a:gd name="T90" fmla="*/ 340916478 w 6235"/>
                <a:gd name="T91" fmla="*/ 485496095 h 5380"/>
                <a:gd name="T92" fmla="*/ 343996864 w 6235"/>
                <a:gd name="T93" fmla="*/ 479331714 h 5380"/>
                <a:gd name="T94" fmla="*/ 345303936 w 6235"/>
                <a:gd name="T95" fmla="*/ 475221923 h 5380"/>
                <a:gd name="T96" fmla="*/ 437721031 w 6235"/>
                <a:gd name="T97" fmla="*/ 371267204 h 5380"/>
                <a:gd name="T98" fmla="*/ 443975298 w 6235"/>
                <a:gd name="T99" fmla="*/ 381261051 h 5380"/>
                <a:gd name="T100" fmla="*/ 453030387 w 6235"/>
                <a:gd name="T101" fmla="*/ 388546423 h 5380"/>
                <a:gd name="T102" fmla="*/ 463672417 w 6235"/>
                <a:gd name="T103" fmla="*/ 392562670 h 5380"/>
                <a:gd name="T104" fmla="*/ 472447333 w 6235"/>
                <a:gd name="T105" fmla="*/ 393403031 h 5380"/>
                <a:gd name="T106" fmla="*/ 493918073 w 6235"/>
                <a:gd name="T107" fmla="*/ 320550845 h 538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6235" h="5380">
                  <a:moveTo>
                    <a:pt x="5291" y="3432"/>
                  </a:moveTo>
                  <a:lnTo>
                    <a:pt x="4652" y="2060"/>
                  </a:lnTo>
                  <a:lnTo>
                    <a:pt x="4631" y="2015"/>
                  </a:lnTo>
                  <a:lnTo>
                    <a:pt x="4610" y="1969"/>
                  </a:lnTo>
                  <a:lnTo>
                    <a:pt x="4586" y="1924"/>
                  </a:lnTo>
                  <a:lnTo>
                    <a:pt x="4573" y="1902"/>
                  </a:lnTo>
                  <a:lnTo>
                    <a:pt x="4559" y="1881"/>
                  </a:lnTo>
                  <a:lnTo>
                    <a:pt x="4544" y="1860"/>
                  </a:lnTo>
                  <a:lnTo>
                    <a:pt x="4529" y="1839"/>
                  </a:lnTo>
                  <a:lnTo>
                    <a:pt x="4512" y="1820"/>
                  </a:lnTo>
                  <a:lnTo>
                    <a:pt x="4494" y="1802"/>
                  </a:lnTo>
                  <a:lnTo>
                    <a:pt x="4475" y="1786"/>
                  </a:lnTo>
                  <a:lnTo>
                    <a:pt x="4454" y="1771"/>
                  </a:lnTo>
                  <a:lnTo>
                    <a:pt x="4431" y="1757"/>
                  </a:lnTo>
                  <a:lnTo>
                    <a:pt x="4406" y="1746"/>
                  </a:lnTo>
                  <a:lnTo>
                    <a:pt x="4387" y="1739"/>
                  </a:lnTo>
                  <a:lnTo>
                    <a:pt x="4369" y="1733"/>
                  </a:lnTo>
                  <a:lnTo>
                    <a:pt x="4349" y="1728"/>
                  </a:lnTo>
                  <a:lnTo>
                    <a:pt x="4331" y="1723"/>
                  </a:lnTo>
                  <a:lnTo>
                    <a:pt x="4312" y="1720"/>
                  </a:lnTo>
                  <a:lnTo>
                    <a:pt x="4292" y="1718"/>
                  </a:lnTo>
                  <a:lnTo>
                    <a:pt x="4274" y="1717"/>
                  </a:lnTo>
                  <a:lnTo>
                    <a:pt x="4254" y="1717"/>
                  </a:lnTo>
                  <a:lnTo>
                    <a:pt x="4236" y="1717"/>
                  </a:lnTo>
                  <a:lnTo>
                    <a:pt x="4217" y="1718"/>
                  </a:lnTo>
                  <a:lnTo>
                    <a:pt x="4199" y="1720"/>
                  </a:lnTo>
                  <a:lnTo>
                    <a:pt x="4180" y="1724"/>
                  </a:lnTo>
                  <a:lnTo>
                    <a:pt x="4162" y="1728"/>
                  </a:lnTo>
                  <a:lnTo>
                    <a:pt x="4143" y="1733"/>
                  </a:lnTo>
                  <a:lnTo>
                    <a:pt x="4126" y="1739"/>
                  </a:lnTo>
                  <a:lnTo>
                    <a:pt x="4109" y="1746"/>
                  </a:lnTo>
                  <a:lnTo>
                    <a:pt x="4091" y="1754"/>
                  </a:lnTo>
                  <a:lnTo>
                    <a:pt x="4074" y="1761"/>
                  </a:lnTo>
                  <a:lnTo>
                    <a:pt x="4058" y="1771"/>
                  </a:lnTo>
                  <a:lnTo>
                    <a:pt x="4042" y="1781"/>
                  </a:lnTo>
                  <a:lnTo>
                    <a:pt x="4027" y="1792"/>
                  </a:lnTo>
                  <a:lnTo>
                    <a:pt x="4012" y="1803"/>
                  </a:lnTo>
                  <a:lnTo>
                    <a:pt x="3997" y="1815"/>
                  </a:lnTo>
                  <a:lnTo>
                    <a:pt x="3984" y="1828"/>
                  </a:lnTo>
                  <a:lnTo>
                    <a:pt x="3970" y="1841"/>
                  </a:lnTo>
                  <a:lnTo>
                    <a:pt x="3958" y="1856"/>
                  </a:lnTo>
                  <a:lnTo>
                    <a:pt x="3946" y="1871"/>
                  </a:lnTo>
                  <a:lnTo>
                    <a:pt x="3935" y="1887"/>
                  </a:lnTo>
                  <a:lnTo>
                    <a:pt x="3923" y="1903"/>
                  </a:lnTo>
                  <a:lnTo>
                    <a:pt x="3915" y="1920"/>
                  </a:lnTo>
                  <a:lnTo>
                    <a:pt x="3905" y="1939"/>
                  </a:lnTo>
                  <a:lnTo>
                    <a:pt x="3898" y="1957"/>
                  </a:lnTo>
                  <a:lnTo>
                    <a:pt x="3430" y="3400"/>
                  </a:lnTo>
                  <a:lnTo>
                    <a:pt x="2872" y="320"/>
                  </a:lnTo>
                  <a:lnTo>
                    <a:pt x="2868" y="300"/>
                  </a:lnTo>
                  <a:lnTo>
                    <a:pt x="2863" y="281"/>
                  </a:lnTo>
                  <a:lnTo>
                    <a:pt x="2857" y="263"/>
                  </a:lnTo>
                  <a:lnTo>
                    <a:pt x="2850" y="244"/>
                  </a:lnTo>
                  <a:lnTo>
                    <a:pt x="2842" y="226"/>
                  </a:lnTo>
                  <a:lnTo>
                    <a:pt x="2834" y="209"/>
                  </a:lnTo>
                  <a:lnTo>
                    <a:pt x="2825" y="192"/>
                  </a:lnTo>
                  <a:lnTo>
                    <a:pt x="2815" y="176"/>
                  </a:lnTo>
                  <a:lnTo>
                    <a:pt x="2804" y="160"/>
                  </a:lnTo>
                  <a:lnTo>
                    <a:pt x="2793" y="146"/>
                  </a:lnTo>
                  <a:lnTo>
                    <a:pt x="2781" y="131"/>
                  </a:lnTo>
                  <a:lnTo>
                    <a:pt x="2768" y="117"/>
                  </a:lnTo>
                  <a:lnTo>
                    <a:pt x="2755" y="105"/>
                  </a:lnTo>
                  <a:lnTo>
                    <a:pt x="2740" y="93"/>
                  </a:lnTo>
                  <a:lnTo>
                    <a:pt x="2725" y="80"/>
                  </a:lnTo>
                  <a:lnTo>
                    <a:pt x="2710" y="69"/>
                  </a:lnTo>
                  <a:lnTo>
                    <a:pt x="2696" y="59"/>
                  </a:lnTo>
                  <a:lnTo>
                    <a:pt x="2678" y="49"/>
                  </a:lnTo>
                  <a:lnTo>
                    <a:pt x="2662" y="41"/>
                  </a:lnTo>
                  <a:lnTo>
                    <a:pt x="2645" y="32"/>
                  </a:lnTo>
                  <a:lnTo>
                    <a:pt x="2628" y="26"/>
                  </a:lnTo>
                  <a:lnTo>
                    <a:pt x="2610" y="20"/>
                  </a:lnTo>
                  <a:lnTo>
                    <a:pt x="2592" y="14"/>
                  </a:lnTo>
                  <a:lnTo>
                    <a:pt x="2573" y="9"/>
                  </a:lnTo>
                  <a:lnTo>
                    <a:pt x="2555" y="5"/>
                  </a:lnTo>
                  <a:lnTo>
                    <a:pt x="2536" y="2"/>
                  </a:lnTo>
                  <a:lnTo>
                    <a:pt x="2517" y="1"/>
                  </a:lnTo>
                  <a:lnTo>
                    <a:pt x="2498" y="0"/>
                  </a:lnTo>
                  <a:lnTo>
                    <a:pt x="2478" y="0"/>
                  </a:lnTo>
                  <a:lnTo>
                    <a:pt x="2459" y="1"/>
                  </a:lnTo>
                  <a:lnTo>
                    <a:pt x="2439" y="2"/>
                  </a:lnTo>
                  <a:lnTo>
                    <a:pt x="2419" y="6"/>
                  </a:lnTo>
                  <a:lnTo>
                    <a:pt x="2391" y="12"/>
                  </a:lnTo>
                  <a:lnTo>
                    <a:pt x="2365" y="20"/>
                  </a:lnTo>
                  <a:lnTo>
                    <a:pt x="2339" y="30"/>
                  </a:lnTo>
                  <a:lnTo>
                    <a:pt x="2314" y="41"/>
                  </a:lnTo>
                  <a:lnTo>
                    <a:pt x="2291" y="54"/>
                  </a:lnTo>
                  <a:lnTo>
                    <a:pt x="2267" y="68"/>
                  </a:lnTo>
                  <a:lnTo>
                    <a:pt x="2246" y="84"/>
                  </a:lnTo>
                  <a:lnTo>
                    <a:pt x="2227" y="101"/>
                  </a:lnTo>
                  <a:lnTo>
                    <a:pt x="2207" y="120"/>
                  </a:lnTo>
                  <a:lnTo>
                    <a:pt x="2190" y="139"/>
                  </a:lnTo>
                  <a:lnTo>
                    <a:pt x="2174" y="160"/>
                  </a:lnTo>
                  <a:lnTo>
                    <a:pt x="2159" y="183"/>
                  </a:lnTo>
                  <a:lnTo>
                    <a:pt x="2145" y="205"/>
                  </a:lnTo>
                  <a:lnTo>
                    <a:pt x="2134" y="228"/>
                  </a:lnTo>
                  <a:lnTo>
                    <a:pt x="2123" y="253"/>
                  </a:lnTo>
                  <a:lnTo>
                    <a:pt x="2116" y="279"/>
                  </a:lnTo>
                  <a:lnTo>
                    <a:pt x="823" y="3453"/>
                  </a:lnTo>
                  <a:lnTo>
                    <a:pt x="3" y="3453"/>
                  </a:lnTo>
                  <a:lnTo>
                    <a:pt x="0" y="4233"/>
                  </a:lnTo>
                  <a:lnTo>
                    <a:pt x="1033" y="4233"/>
                  </a:lnTo>
                  <a:lnTo>
                    <a:pt x="1052" y="4235"/>
                  </a:lnTo>
                  <a:lnTo>
                    <a:pt x="1070" y="4236"/>
                  </a:lnTo>
                  <a:lnTo>
                    <a:pt x="1088" y="4236"/>
                  </a:lnTo>
                  <a:lnTo>
                    <a:pt x="1106" y="4235"/>
                  </a:lnTo>
                  <a:lnTo>
                    <a:pt x="1123" y="4234"/>
                  </a:lnTo>
                  <a:lnTo>
                    <a:pt x="1142" y="4231"/>
                  </a:lnTo>
                  <a:lnTo>
                    <a:pt x="1159" y="4229"/>
                  </a:lnTo>
                  <a:lnTo>
                    <a:pt x="1176" y="4225"/>
                  </a:lnTo>
                  <a:lnTo>
                    <a:pt x="1194" y="4220"/>
                  </a:lnTo>
                  <a:lnTo>
                    <a:pt x="1211" y="4214"/>
                  </a:lnTo>
                  <a:lnTo>
                    <a:pt x="1227" y="4208"/>
                  </a:lnTo>
                  <a:lnTo>
                    <a:pt x="1243" y="4202"/>
                  </a:lnTo>
                  <a:lnTo>
                    <a:pt x="1259" y="4194"/>
                  </a:lnTo>
                  <a:lnTo>
                    <a:pt x="1275" y="4186"/>
                  </a:lnTo>
                  <a:lnTo>
                    <a:pt x="1291" y="4177"/>
                  </a:lnTo>
                  <a:lnTo>
                    <a:pt x="1306" y="4167"/>
                  </a:lnTo>
                  <a:lnTo>
                    <a:pt x="1313" y="4161"/>
                  </a:lnTo>
                  <a:lnTo>
                    <a:pt x="1331" y="4148"/>
                  </a:lnTo>
                  <a:lnTo>
                    <a:pt x="1353" y="4128"/>
                  </a:lnTo>
                  <a:lnTo>
                    <a:pt x="1375" y="4107"/>
                  </a:lnTo>
                  <a:lnTo>
                    <a:pt x="1395" y="4083"/>
                  </a:lnTo>
                  <a:lnTo>
                    <a:pt x="1412" y="4059"/>
                  </a:lnTo>
                  <a:lnTo>
                    <a:pt x="1428" y="4032"/>
                  </a:lnTo>
                  <a:lnTo>
                    <a:pt x="1442" y="4004"/>
                  </a:lnTo>
                  <a:lnTo>
                    <a:pt x="1454" y="3976"/>
                  </a:lnTo>
                  <a:lnTo>
                    <a:pt x="1463" y="3946"/>
                  </a:lnTo>
                  <a:lnTo>
                    <a:pt x="2345" y="1782"/>
                  </a:lnTo>
                  <a:lnTo>
                    <a:pt x="2939" y="5061"/>
                  </a:lnTo>
                  <a:lnTo>
                    <a:pt x="2942" y="5080"/>
                  </a:lnTo>
                  <a:lnTo>
                    <a:pt x="2947" y="5099"/>
                  </a:lnTo>
                  <a:lnTo>
                    <a:pt x="2953" y="5118"/>
                  </a:lnTo>
                  <a:lnTo>
                    <a:pt x="2960" y="5136"/>
                  </a:lnTo>
                  <a:lnTo>
                    <a:pt x="2968" y="5155"/>
                  </a:lnTo>
                  <a:lnTo>
                    <a:pt x="2976" y="5172"/>
                  </a:lnTo>
                  <a:lnTo>
                    <a:pt x="2986" y="5188"/>
                  </a:lnTo>
                  <a:lnTo>
                    <a:pt x="2995" y="5204"/>
                  </a:lnTo>
                  <a:lnTo>
                    <a:pt x="3007" y="5220"/>
                  </a:lnTo>
                  <a:lnTo>
                    <a:pt x="3018" y="5235"/>
                  </a:lnTo>
                  <a:lnTo>
                    <a:pt x="3030" y="5250"/>
                  </a:lnTo>
                  <a:lnTo>
                    <a:pt x="3042" y="5263"/>
                  </a:lnTo>
                  <a:lnTo>
                    <a:pt x="3056" y="5277"/>
                  </a:lnTo>
                  <a:lnTo>
                    <a:pt x="3069" y="5289"/>
                  </a:lnTo>
                  <a:lnTo>
                    <a:pt x="3084" y="5300"/>
                  </a:lnTo>
                  <a:lnTo>
                    <a:pt x="3099" y="5311"/>
                  </a:lnTo>
                  <a:lnTo>
                    <a:pt x="3115" y="5321"/>
                  </a:lnTo>
                  <a:lnTo>
                    <a:pt x="3131" y="5331"/>
                  </a:lnTo>
                  <a:lnTo>
                    <a:pt x="3148" y="5340"/>
                  </a:lnTo>
                  <a:lnTo>
                    <a:pt x="3164" y="5348"/>
                  </a:lnTo>
                  <a:lnTo>
                    <a:pt x="3182" y="5356"/>
                  </a:lnTo>
                  <a:lnTo>
                    <a:pt x="3200" y="5362"/>
                  </a:lnTo>
                  <a:lnTo>
                    <a:pt x="3218" y="5367"/>
                  </a:lnTo>
                  <a:lnTo>
                    <a:pt x="3236" y="5372"/>
                  </a:lnTo>
                  <a:lnTo>
                    <a:pt x="3255" y="5375"/>
                  </a:lnTo>
                  <a:lnTo>
                    <a:pt x="3274" y="5378"/>
                  </a:lnTo>
                  <a:lnTo>
                    <a:pt x="3293" y="5380"/>
                  </a:lnTo>
                  <a:lnTo>
                    <a:pt x="3313" y="5380"/>
                  </a:lnTo>
                  <a:lnTo>
                    <a:pt x="3332" y="5380"/>
                  </a:lnTo>
                  <a:lnTo>
                    <a:pt x="3351" y="5379"/>
                  </a:lnTo>
                  <a:lnTo>
                    <a:pt x="3371" y="5378"/>
                  </a:lnTo>
                  <a:lnTo>
                    <a:pt x="3390" y="5374"/>
                  </a:lnTo>
                  <a:lnTo>
                    <a:pt x="3416" y="5369"/>
                  </a:lnTo>
                  <a:lnTo>
                    <a:pt x="3441" y="5362"/>
                  </a:lnTo>
                  <a:lnTo>
                    <a:pt x="3466" y="5353"/>
                  </a:lnTo>
                  <a:lnTo>
                    <a:pt x="3488" y="5343"/>
                  </a:lnTo>
                  <a:lnTo>
                    <a:pt x="3510" y="5332"/>
                  </a:lnTo>
                  <a:lnTo>
                    <a:pt x="3532" y="5319"/>
                  </a:lnTo>
                  <a:lnTo>
                    <a:pt x="3552" y="5305"/>
                  </a:lnTo>
                  <a:lnTo>
                    <a:pt x="3572" y="5290"/>
                  </a:lnTo>
                  <a:lnTo>
                    <a:pt x="3590" y="5273"/>
                  </a:lnTo>
                  <a:lnTo>
                    <a:pt x="3608" y="5256"/>
                  </a:lnTo>
                  <a:lnTo>
                    <a:pt x="3624" y="5237"/>
                  </a:lnTo>
                  <a:lnTo>
                    <a:pt x="3638" y="5217"/>
                  </a:lnTo>
                  <a:lnTo>
                    <a:pt x="3652" y="5198"/>
                  </a:lnTo>
                  <a:lnTo>
                    <a:pt x="3664" y="5177"/>
                  </a:lnTo>
                  <a:lnTo>
                    <a:pt x="3675" y="5155"/>
                  </a:lnTo>
                  <a:lnTo>
                    <a:pt x="3685" y="5132"/>
                  </a:lnTo>
                  <a:lnTo>
                    <a:pt x="3691" y="5110"/>
                  </a:lnTo>
                  <a:lnTo>
                    <a:pt x="3699" y="5088"/>
                  </a:lnTo>
                  <a:lnTo>
                    <a:pt x="4317" y="3181"/>
                  </a:lnTo>
                  <a:lnTo>
                    <a:pt x="4676" y="3944"/>
                  </a:lnTo>
                  <a:lnTo>
                    <a:pt x="4689" y="3975"/>
                  </a:lnTo>
                  <a:lnTo>
                    <a:pt x="4702" y="4003"/>
                  </a:lnTo>
                  <a:lnTo>
                    <a:pt x="4718" y="4032"/>
                  </a:lnTo>
                  <a:lnTo>
                    <a:pt x="4737" y="4057"/>
                  </a:lnTo>
                  <a:lnTo>
                    <a:pt x="4756" y="4082"/>
                  </a:lnTo>
                  <a:lnTo>
                    <a:pt x="4779" y="4104"/>
                  </a:lnTo>
                  <a:lnTo>
                    <a:pt x="4802" y="4124"/>
                  </a:lnTo>
                  <a:lnTo>
                    <a:pt x="4827" y="4143"/>
                  </a:lnTo>
                  <a:lnTo>
                    <a:pt x="4853" y="4160"/>
                  </a:lnTo>
                  <a:lnTo>
                    <a:pt x="4880" y="4173"/>
                  </a:lnTo>
                  <a:lnTo>
                    <a:pt x="4908" y="4186"/>
                  </a:lnTo>
                  <a:lnTo>
                    <a:pt x="4938" y="4196"/>
                  </a:lnTo>
                  <a:lnTo>
                    <a:pt x="4967" y="4203"/>
                  </a:lnTo>
                  <a:lnTo>
                    <a:pt x="4998" y="4208"/>
                  </a:lnTo>
                  <a:lnTo>
                    <a:pt x="5029" y="4211"/>
                  </a:lnTo>
                  <a:lnTo>
                    <a:pt x="5061" y="4212"/>
                  </a:lnTo>
                  <a:lnTo>
                    <a:pt x="5074" y="4212"/>
                  </a:lnTo>
                  <a:lnTo>
                    <a:pt x="6235" y="4212"/>
                  </a:lnTo>
                  <a:lnTo>
                    <a:pt x="6235" y="3432"/>
                  </a:lnTo>
                  <a:lnTo>
                    <a:pt x="5291" y="343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5519"/>
            <a:ext cx="9144000" cy="609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9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" dur="500"/>
                                            <p:tgtEl>
                                              <p:spTgt spid="3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2" accel="53300" fill="hold" nodeType="afterEffect" p14:presetBounceEnd="5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15" dur="1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16" dur="1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53300" fill="hold" nodeType="withEffect" p14:presetBounceEnd="53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19" dur="1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20" dur="1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accel="53300" fill="hold" nodeType="withEffect" p14:presetBounceEnd="53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23" dur="1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24" dur="1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accel="53300" fill="hold" nodeType="withEffect" p14:presetBounceEnd="53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27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28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9" grpId="0" build="p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9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" dur="500"/>
                                            <p:tgtEl>
                                              <p:spTgt spid="3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2" accel="533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533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accel="533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accel="533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9" grpId="0" build="p"/>
        </p:bldLst>
      </p:timing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503050405090304" pitchFamily="18" charset="0"/>
                <a:ea typeface="Times New Roman" panose="02020503050405090304" pitchFamily="18" charset="0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156845" y="6287135"/>
            <a:ext cx="504190" cy="504190"/>
          </a:xfrm>
          <a:prstGeom prst="ellipse">
            <a:avLst/>
          </a:prstGeom>
          <a:blipFill rotWithShape="1"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61035" y="6287770"/>
            <a:ext cx="3899535" cy="503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195" tIns="36195" rIns="36195" bIns="36195" rtlCol="0" anchor="ctr"/>
          <a:lstStyle/>
          <a:p>
            <a:pPr algn="l"/>
            <a:r>
              <a:rPr lang="zh-CN" altLang="en-US" sz="1800" b="1" dirty="0">
                <a:solidFill>
                  <a:schemeClr val="accent1">
                    <a:lumMod val="75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《生物信息学概论》</a:t>
            </a:r>
            <a:endParaRPr lang="zh-CN" altLang="en-US" sz="1800" b="1" dirty="0">
              <a:solidFill>
                <a:schemeClr val="accent1">
                  <a:lumMod val="75000"/>
                </a:schemeClr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1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>
              <a:alpha val="2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1" name="AutoShape 22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>
              <a:alpha val="56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" name="AutoShape 23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73163" y="450850"/>
            <a:ext cx="2690813" cy="352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195" tIns="36195" rIns="36195" bIns="36195" rtlCol="0" anchor="ctr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《生物信息学概论》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8"/>
          <p:cNvSpPr>
            <a:spLocks noChangeArrowheads="1"/>
          </p:cNvSpPr>
          <p:nvPr/>
        </p:nvSpPr>
        <p:spPr bwMode="auto">
          <a:xfrm>
            <a:off x="0" y="2675890"/>
            <a:ext cx="9144000" cy="218821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0" y="4662488"/>
            <a:ext cx="9144000" cy="266700"/>
          </a:xfrm>
          <a:prstGeom prst="rect">
            <a:avLst/>
          </a:prstGeom>
          <a:solidFill>
            <a:srgbClr val="94CCFF"/>
          </a:soli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4106" name="Picture 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0050" y="1785620"/>
            <a:ext cx="3171825" cy="2138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矩形 16"/>
          <p:cNvSpPr/>
          <p:nvPr/>
        </p:nvSpPr>
        <p:spPr bwMode="auto">
          <a:xfrm>
            <a:off x="0" y="142875"/>
            <a:ext cx="9144000" cy="9286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9" name="页脚占位符 2"/>
          <p:cNvSpPr>
            <a:spLocks noGrp="1"/>
          </p:cNvSpPr>
          <p:nvPr>
            <p:ph type="ftr" sz="quarter" idx="3"/>
          </p:nvPr>
        </p:nvSpPr>
        <p:spPr bwMode="gray">
          <a:xfrm>
            <a:off x="3124200" y="6467475"/>
            <a:ext cx="2895600" cy="3016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kern="1200" cap="none" spc="0" normalizeH="0" baseline="0" noProof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4"/>
          </p:nvPr>
        </p:nvSpPr>
        <p:spPr bwMode="gray">
          <a:xfrm>
            <a:off x="6553200" y="6467475"/>
            <a:ext cx="2133600" cy="3016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/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503050405090304" pitchFamily="18" charset="0"/>
                <a:ea typeface="Times New Roman" panose="02020503050405090304" pitchFamily="18" charset="0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1"/>
          <p:cNvSpPr>
            <a:spLocks noChangeArrowheads="1"/>
          </p:cNvSpPr>
          <p:nvPr userDrawn="1"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>
              <a:alpha val="2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1" name="AutoShape 22"/>
          <p:cNvSpPr>
            <a:spLocks noChangeArrowheads="1"/>
          </p:cNvSpPr>
          <p:nvPr userDrawn="1"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>
              <a:alpha val="56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" name="AutoShape 23"/>
          <p:cNvSpPr>
            <a:spLocks noChangeArrowheads="1"/>
          </p:cNvSpPr>
          <p:nvPr userDrawn="1"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3" name="矩形 8"/>
          <p:cNvSpPr>
            <a:spLocks noChangeArrowheads="1"/>
          </p:cNvSpPr>
          <p:nvPr userDrawn="1"/>
        </p:nvSpPr>
        <p:spPr bwMode="auto">
          <a:xfrm>
            <a:off x="0" y="2908300"/>
            <a:ext cx="9144000" cy="215773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4" name="矩形 4"/>
          <p:cNvSpPr>
            <a:spLocks noChangeArrowheads="1"/>
          </p:cNvSpPr>
          <p:nvPr userDrawn="1"/>
        </p:nvSpPr>
        <p:spPr bwMode="auto">
          <a:xfrm>
            <a:off x="0" y="4864100"/>
            <a:ext cx="9144000" cy="266700"/>
          </a:xfrm>
          <a:prstGeom prst="rect">
            <a:avLst/>
          </a:prstGeom>
          <a:solidFill>
            <a:srgbClr val="94CCFF"/>
          </a:soli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5129" name="Picture 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38150" y="1941513"/>
            <a:ext cx="3171825" cy="2138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页脚占位符 2"/>
          <p:cNvSpPr>
            <a:spLocks noGrp="1"/>
          </p:cNvSpPr>
          <p:nvPr>
            <p:ph type="ftr" sz="quarter" idx="3"/>
          </p:nvPr>
        </p:nvSpPr>
        <p:spPr bwMode="gray">
          <a:xfrm>
            <a:off x="3124200" y="6467475"/>
            <a:ext cx="2895600" cy="3016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kern="1200" cap="none" spc="0" normalizeH="0" baseline="0" noProof="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7" name="灯片编号占位符 3"/>
          <p:cNvSpPr>
            <a:spLocks noGrp="1"/>
          </p:cNvSpPr>
          <p:nvPr>
            <p:ph type="sldNum" sz="quarter" idx="4"/>
          </p:nvPr>
        </p:nvSpPr>
        <p:spPr bwMode="gray">
          <a:xfrm>
            <a:off x="6553200" y="6467475"/>
            <a:ext cx="2133600" cy="3016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/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503050405090304" pitchFamily="18" charset="0"/>
                <a:ea typeface="Times New Roman" panose="02020503050405090304" pitchFamily="18" charset="0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156845" y="6287135"/>
            <a:ext cx="504190" cy="504190"/>
          </a:xfrm>
          <a:prstGeom prst="ellipse">
            <a:avLst/>
          </a:prstGeom>
          <a:blipFill rotWithShape="1">
            <a:blip r:embed="rId4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61035" y="6287770"/>
            <a:ext cx="3899535" cy="503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195" tIns="36195" rIns="36195" bIns="36195" rtlCol="0" anchor="ctr"/>
          <a:lstStyle/>
          <a:p>
            <a:pPr algn="l"/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《生物信息学概论》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3335" y="44450"/>
            <a:ext cx="9157335" cy="12242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3.jpeg"/><Relationship Id="rId15" Type="http://schemas.openxmlformats.org/officeDocument/2006/relationships/image" Target="../media/image2.jpe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2.jpeg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1083945" y="274955"/>
            <a:ext cx="7602855" cy="68453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36017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589280" y="6355715"/>
            <a:ext cx="3142615" cy="435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195" tIns="36195" rIns="36195" bIns="36195" rtlCol="0" anchor="ctr"/>
          <a:lstStyle/>
          <a:p>
            <a:pPr algn="l"/>
            <a:r>
              <a:rPr lang="zh-CN" altLang="en-US" sz="1800" b="1" dirty="0">
                <a:solidFill>
                  <a:schemeClr val="accent1">
                    <a:lumMod val="75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《生物信息学</a:t>
            </a:r>
            <a:r>
              <a:rPr lang="zh-CN" altLang="en-US" sz="1800" b="1" dirty="0">
                <a:solidFill>
                  <a:schemeClr val="accent1">
                    <a:lumMod val="75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概论》</a:t>
            </a:r>
            <a:endParaRPr lang="zh-CN" altLang="en-US" sz="1800" b="1" dirty="0">
              <a:solidFill>
                <a:schemeClr val="accent1">
                  <a:lumMod val="75000"/>
                </a:schemeClr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3" name="椭圆 2"/>
          <p:cNvSpPr/>
          <p:nvPr userDrawn="1"/>
        </p:nvSpPr>
        <p:spPr>
          <a:xfrm>
            <a:off x="156845" y="6287135"/>
            <a:ext cx="504190" cy="504190"/>
          </a:xfrm>
          <a:prstGeom prst="ellipse">
            <a:avLst/>
          </a:prstGeom>
          <a:blipFill rotWithShape="1">
            <a:blip r:embed="rId16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/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Verdana" panose="020B0804030504040204" charset="0"/>
          <a:ea typeface="黑体" panose="02010609060101010101" pitchFamily="49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Verdana" panose="020B0804030504040204" charset="0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Verdana" panose="020B0804030504040204" charset="0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Verdana" panose="020B0804030504040204" charset="0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Verdana" panose="020B080403050404020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8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467475"/>
            <a:ext cx="28956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0" sz="1200" b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6467475"/>
            <a:ext cx="21336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503050405090304" pitchFamily="18" charset="0"/>
                <a:ea typeface="Times New Roman" panose="02020503050405090304" pitchFamily="18" charset="0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2053" name="Rectangle 3"/>
          <p:cNvSpPr>
            <a:spLocks noGrp="1"/>
          </p:cNvSpPr>
          <p:nvPr>
            <p:ph type="body" idx="1"/>
          </p:nvPr>
        </p:nvSpPr>
        <p:spPr>
          <a:xfrm>
            <a:off x="434975" y="1512888"/>
            <a:ext cx="82296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990600" y="228600"/>
            <a:ext cx="4038600" cy="838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7" name="矩形 6"/>
          <p:cNvSpPr/>
          <p:nvPr userDrawn="1"/>
        </p:nvSpPr>
        <p:spPr>
          <a:xfrm>
            <a:off x="100330" y="6287770"/>
            <a:ext cx="4460240" cy="503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195" tIns="36195" rIns="36195" bIns="36195" rtlCol="0" anchor="ctr"/>
          <a:lstStyle/>
          <a:p>
            <a:pPr algn="l"/>
            <a:endParaRPr lang="zh-CN" altLang="en-US" sz="1600" b="1">
              <a:solidFill>
                <a:schemeClr val="accent1">
                  <a:lumMod val="75000"/>
                </a:schemeClr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altLang="zh-CN" sz="3200" b="1" kern="1200" dirty="0">
          <a:solidFill>
            <a:schemeClr val="tx1"/>
          </a:solidFill>
          <a:latin typeface="Times New Roman" panose="02020503050405090304" pitchFamily="18" charset="0"/>
          <a:ea typeface="宋体" pitchFamily="2" charset="-122"/>
          <a:cs typeface="Times New Roman" panose="02020503050405090304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503050405090304" pitchFamily="18" charset="0"/>
          <a:ea typeface="宋体" pitchFamily="2" charset="-122"/>
          <a:cs typeface="Times New Roman" panose="0202050305040509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503050405090304" pitchFamily="18" charset="0"/>
          <a:ea typeface="宋体" pitchFamily="2" charset="-122"/>
          <a:cs typeface="Times New Roman" panose="0202050305040509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503050405090304" pitchFamily="18" charset="0"/>
          <a:ea typeface="宋体" pitchFamily="2" charset="-122"/>
          <a:cs typeface="Times New Roman" panose="0202050305040509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503050405090304" pitchFamily="18" charset="0"/>
          <a:ea typeface="宋体" pitchFamily="2" charset="-122"/>
          <a:cs typeface="Times New Roman" panose="0202050305040509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9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9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9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9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Times New Roman" panose="02020503050405090304" pitchFamily="18" charset="0"/>
          <a:ea typeface="宋体" pitchFamily="2" charset="-122"/>
          <a:cs typeface="Times New Roman" panose="0202050305040509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Times New Roman" panose="02020503050405090304" pitchFamily="18" charset="0"/>
          <a:ea typeface="宋体" pitchFamily="2" charset="-122"/>
          <a:cs typeface="Times New Roman" panose="0202050305040509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Times New Roman" panose="02020503050405090304" pitchFamily="18" charset="0"/>
          <a:ea typeface="宋体" pitchFamily="2" charset="-122"/>
          <a:cs typeface="Times New Roman" panose="0202050305040509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Times New Roman" panose="02020503050405090304" pitchFamily="18" charset="0"/>
          <a:ea typeface="宋体" pitchFamily="2" charset="-122"/>
          <a:cs typeface="Times New Roman" panose="0202050305040509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Times New Roman" panose="02020503050405090304" pitchFamily="18" charset="0"/>
          <a:ea typeface="宋体" pitchFamily="2" charset="-122"/>
          <a:cs typeface="Times New Roman" panose="0202050305040509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5.jpe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4" Type="http://schemas.openxmlformats.org/officeDocument/2006/relationships/notesSlide" Target="../notesSlides/notesSlide6.xml"/><Relationship Id="rId43" Type="http://schemas.openxmlformats.org/officeDocument/2006/relationships/slideLayout" Target="../slideLayouts/slideLayout2.xml"/><Relationship Id="rId42" Type="http://schemas.openxmlformats.org/officeDocument/2006/relationships/tags" Target="../tags/tag53.xml"/><Relationship Id="rId41" Type="http://schemas.openxmlformats.org/officeDocument/2006/relationships/tags" Target="../tags/tag52.xml"/><Relationship Id="rId40" Type="http://schemas.openxmlformats.org/officeDocument/2006/relationships/tags" Target="../tags/tag51.xml"/><Relationship Id="rId4" Type="http://schemas.openxmlformats.org/officeDocument/2006/relationships/tags" Target="../tags/tag15.xml"/><Relationship Id="rId39" Type="http://schemas.openxmlformats.org/officeDocument/2006/relationships/tags" Target="../tags/tag50.xml"/><Relationship Id="rId38" Type="http://schemas.openxmlformats.org/officeDocument/2006/relationships/tags" Target="../tags/tag49.xml"/><Relationship Id="rId37" Type="http://schemas.openxmlformats.org/officeDocument/2006/relationships/tags" Target="../tags/tag48.xml"/><Relationship Id="rId36" Type="http://schemas.openxmlformats.org/officeDocument/2006/relationships/tags" Target="../tags/tag47.xml"/><Relationship Id="rId35" Type="http://schemas.openxmlformats.org/officeDocument/2006/relationships/tags" Target="../tags/tag46.xml"/><Relationship Id="rId34" Type="http://schemas.openxmlformats.org/officeDocument/2006/relationships/tags" Target="../tags/tag45.xml"/><Relationship Id="rId33" Type="http://schemas.openxmlformats.org/officeDocument/2006/relationships/tags" Target="../tags/tag44.xml"/><Relationship Id="rId32" Type="http://schemas.openxmlformats.org/officeDocument/2006/relationships/tags" Target="../tags/tag43.xml"/><Relationship Id="rId31" Type="http://schemas.openxmlformats.org/officeDocument/2006/relationships/tags" Target="../tags/tag42.xml"/><Relationship Id="rId30" Type="http://schemas.openxmlformats.org/officeDocument/2006/relationships/tags" Target="../tags/tag41.xml"/><Relationship Id="rId3" Type="http://schemas.openxmlformats.org/officeDocument/2006/relationships/image" Target="../media/image8.jpeg"/><Relationship Id="rId29" Type="http://schemas.openxmlformats.org/officeDocument/2006/relationships/tags" Target="../tags/tag40.xml"/><Relationship Id="rId28" Type="http://schemas.openxmlformats.org/officeDocument/2006/relationships/tags" Target="../tags/tag39.xml"/><Relationship Id="rId27" Type="http://schemas.openxmlformats.org/officeDocument/2006/relationships/tags" Target="../tags/tag38.xml"/><Relationship Id="rId26" Type="http://schemas.openxmlformats.org/officeDocument/2006/relationships/tags" Target="../tags/tag37.xml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tags" Target="../tags/tag14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7.xml"/><Relationship Id="rId3" Type="http://schemas.openxmlformats.org/officeDocument/2006/relationships/image" Target="../media/image13.jpeg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8" Type="http://schemas.openxmlformats.org/officeDocument/2006/relationships/notesSlide" Target="../notesSlides/notesSlide9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83.xml"/><Relationship Id="rId25" Type="http://schemas.openxmlformats.org/officeDocument/2006/relationships/tags" Target="../tags/tag82.xml"/><Relationship Id="rId24" Type="http://schemas.openxmlformats.org/officeDocument/2006/relationships/tags" Target="../tags/tag81.xml"/><Relationship Id="rId23" Type="http://schemas.openxmlformats.org/officeDocument/2006/relationships/tags" Target="../tags/tag80.xml"/><Relationship Id="rId22" Type="http://schemas.openxmlformats.org/officeDocument/2006/relationships/tags" Target="../tags/tag79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tags" Target="../tags/tag59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tags" Target="../tags/tag58.xml"/></Relationships>
</file>

<file path=ppt/slides/_rels/slide10.xml.rels><?xml version="1.0" encoding="UTF-8" standalone="yes"?>
<Relationships xmlns="http://schemas.openxmlformats.org/package/2006/relationships"><Relationship Id="rId9" Type="http://schemas.microsoft.com/office/2007/relationships/diagramDrawing" Target="../diagrams/drawing1.xml"/><Relationship Id="rId8" Type="http://schemas.openxmlformats.org/officeDocument/2006/relationships/diagramColors" Target="../diagrams/colors1.xml"/><Relationship Id="rId7" Type="http://schemas.openxmlformats.org/officeDocument/2006/relationships/diagramQuickStyle" Target="../diagrams/quickStyle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image" Target="../media/image14.jpe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9.xml"/><Relationship Id="rId4" Type="http://schemas.openxmlformats.org/officeDocument/2006/relationships/image" Target="../media/image16.jpeg"/><Relationship Id="rId3" Type="http://schemas.openxmlformats.org/officeDocument/2006/relationships/tags" Target="../tags/tag88.xml"/><Relationship Id="rId2" Type="http://schemas.openxmlformats.org/officeDocument/2006/relationships/image" Target="../media/image15.jpeg"/><Relationship Id="rId1" Type="http://schemas.openxmlformats.org/officeDocument/2006/relationships/tags" Target="../tags/tag87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www.bilibili.com/video/BV1W44y1373N/?spm_id_from=333.337.search-card.all.click&amp;vd_source=295fe87a6b67e73540bc390bf01d423e" TargetMode="External"/><Relationship Id="rId4" Type="http://schemas.openxmlformats.org/officeDocument/2006/relationships/tags" Target="../tags/tag91.xml"/><Relationship Id="rId3" Type="http://schemas.openxmlformats.org/officeDocument/2006/relationships/image" Target="../media/image17.png"/><Relationship Id="rId2" Type="http://schemas.openxmlformats.org/officeDocument/2006/relationships/tags" Target="../tags/tag90.xml"/><Relationship Id="rId1" Type="http://schemas.openxmlformats.org/officeDocument/2006/relationships/hyperlink" Target="https://www.bilibili.com/video/BV1v34y147nj/?share_source=copy_web&amp;vd_source=0ce7763d2125efff70a8f1421a951588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tags" Target="../tags/tag9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image" Target="../media/image19.png"/><Relationship Id="rId5" Type="http://schemas.openxmlformats.org/officeDocument/2006/relationships/tags" Target="../tags/tag95.xml"/><Relationship Id="rId4" Type="http://schemas.openxmlformats.org/officeDocument/2006/relationships/image" Target="../media/image18.png"/><Relationship Id="rId3" Type="http://schemas.openxmlformats.org/officeDocument/2006/relationships/tags" Target="../tags/tag94.xml"/><Relationship Id="rId21" Type="http://schemas.openxmlformats.org/officeDocument/2006/relationships/notesSlide" Target="../notesSlides/notesSlide14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93.xml"/><Relationship Id="rId19" Type="http://schemas.openxmlformats.org/officeDocument/2006/relationships/image" Target="../media/image22.png"/><Relationship Id="rId18" Type="http://schemas.openxmlformats.org/officeDocument/2006/relationships/tags" Target="../tags/tag105.xml"/><Relationship Id="rId17" Type="http://schemas.openxmlformats.org/officeDocument/2006/relationships/image" Target="../media/image21.png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image" Target="../media/image20.png"/><Relationship Id="rId10" Type="http://schemas.openxmlformats.org/officeDocument/2006/relationships/tags" Target="../tags/tag99.xml"/><Relationship Id="rId1" Type="http://schemas.openxmlformats.org/officeDocument/2006/relationships/hyperlink" Target="https://www.bilibili.com/video/BV1Tb41187qb?spm_id_from=333.788.videopod.episodes&amp;vd_source=295fe87a6b67e73540bc390bf01d423e&amp;p=7" TargetMode="Externa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3.png"/><Relationship Id="rId7" Type="http://schemas.openxmlformats.org/officeDocument/2006/relationships/tags" Target="../tags/tag10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0" Type="http://schemas.openxmlformats.org/officeDocument/2006/relationships/notesSlide" Target="../notesSlides/notesSlide15.xml"/><Relationship Id="rId1" Type="http://schemas.openxmlformats.org/officeDocument/2006/relationships/tags" Target="../tags/tag106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image" Target="../media/image24.png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2" Type="http://schemas.openxmlformats.org/officeDocument/2006/relationships/notesSlide" Target="../notesSlides/notesSlide18.xml"/><Relationship Id="rId51" Type="http://schemas.openxmlformats.org/officeDocument/2006/relationships/slideLayout" Target="../slideLayouts/slideLayout2.xml"/><Relationship Id="rId50" Type="http://schemas.openxmlformats.org/officeDocument/2006/relationships/tags" Target="../tags/tag158.xml"/><Relationship Id="rId5" Type="http://schemas.openxmlformats.org/officeDocument/2006/relationships/tags" Target="../tags/tag117.xml"/><Relationship Id="rId49" Type="http://schemas.openxmlformats.org/officeDocument/2006/relationships/tags" Target="../tags/tag157.xml"/><Relationship Id="rId48" Type="http://schemas.openxmlformats.org/officeDocument/2006/relationships/tags" Target="../tags/tag156.xml"/><Relationship Id="rId47" Type="http://schemas.openxmlformats.org/officeDocument/2006/relationships/tags" Target="../tags/tag155.xml"/><Relationship Id="rId46" Type="http://schemas.openxmlformats.org/officeDocument/2006/relationships/tags" Target="../tags/tag154.xml"/><Relationship Id="rId45" Type="http://schemas.openxmlformats.org/officeDocument/2006/relationships/tags" Target="../tags/tag153.xml"/><Relationship Id="rId44" Type="http://schemas.openxmlformats.org/officeDocument/2006/relationships/tags" Target="../tags/tag152.xml"/><Relationship Id="rId43" Type="http://schemas.openxmlformats.org/officeDocument/2006/relationships/tags" Target="../tags/tag151.xml"/><Relationship Id="rId42" Type="http://schemas.openxmlformats.org/officeDocument/2006/relationships/tags" Target="../tags/tag150.xml"/><Relationship Id="rId41" Type="http://schemas.openxmlformats.org/officeDocument/2006/relationships/tags" Target="../tags/tag149.xml"/><Relationship Id="rId40" Type="http://schemas.openxmlformats.org/officeDocument/2006/relationships/tags" Target="../tags/tag148.xml"/><Relationship Id="rId4" Type="http://schemas.openxmlformats.org/officeDocument/2006/relationships/tags" Target="../tags/tag116.xml"/><Relationship Id="rId39" Type="http://schemas.openxmlformats.org/officeDocument/2006/relationships/tags" Target="../tags/tag147.xml"/><Relationship Id="rId38" Type="http://schemas.openxmlformats.org/officeDocument/2006/relationships/tags" Target="../tags/tag146.xml"/><Relationship Id="rId37" Type="http://schemas.openxmlformats.org/officeDocument/2006/relationships/tags" Target="../tags/tag145.xml"/><Relationship Id="rId36" Type="http://schemas.openxmlformats.org/officeDocument/2006/relationships/tags" Target="../tags/tag144.xml"/><Relationship Id="rId35" Type="http://schemas.openxmlformats.org/officeDocument/2006/relationships/tags" Target="../tags/tag143.xml"/><Relationship Id="rId34" Type="http://schemas.openxmlformats.org/officeDocument/2006/relationships/tags" Target="../tags/tag142.xml"/><Relationship Id="rId33" Type="http://schemas.openxmlformats.org/officeDocument/2006/relationships/tags" Target="../tags/tag141.xml"/><Relationship Id="rId32" Type="http://schemas.openxmlformats.org/officeDocument/2006/relationships/tags" Target="../tags/tag140.xml"/><Relationship Id="rId31" Type="http://schemas.openxmlformats.org/officeDocument/2006/relationships/tags" Target="../tags/tag139.xml"/><Relationship Id="rId30" Type="http://schemas.openxmlformats.org/officeDocument/2006/relationships/tags" Target="../tags/tag138.xml"/><Relationship Id="rId3" Type="http://schemas.openxmlformats.org/officeDocument/2006/relationships/tags" Target="../tags/tag115.xml"/><Relationship Id="rId29" Type="http://schemas.openxmlformats.org/officeDocument/2006/relationships/tags" Target="../tags/tag137.xml"/><Relationship Id="rId28" Type="http://schemas.openxmlformats.org/officeDocument/2006/relationships/tags" Target="../tags/tag136.xml"/><Relationship Id="rId27" Type="http://schemas.openxmlformats.org/officeDocument/2006/relationships/image" Target="../media/image28.jpeg"/><Relationship Id="rId26" Type="http://schemas.openxmlformats.org/officeDocument/2006/relationships/tags" Target="../tags/tag135.xml"/><Relationship Id="rId25" Type="http://schemas.openxmlformats.org/officeDocument/2006/relationships/image" Target="../media/image27.jpeg"/><Relationship Id="rId24" Type="http://schemas.openxmlformats.org/officeDocument/2006/relationships/tags" Target="../tags/tag134.xml"/><Relationship Id="rId23" Type="http://schemas.openxmlformats.org/officeDocument/2006/relationships/image" Target="../media/image26.jpeg"/><Relationship Id="rId22" Type="http://schemas.openxmlformats.org/officeDocument/2006/relationships/tags" Target="../tags/tag133.xml"/><Relationship Id="rId21" Type="http://schemas.openxmlformats.org/officeDocument/2006/relationships/image" Target="../media/image25.jpeg"/><Relationship Id="rId20" Type="http://schemas.openxmlformats.org/officeDocument/2006/relationships/tags" Target="../tags/tag132.xml"/><Relationship Id="rId2" Type="http://schemas.openxmlformats.org/officeDocument/2006/relationships/tags" Target="../tags/tag114.xml"/><Relationship Id="rId19" Type="http://schemas.openxmlformats.org/officeDocument/2006/relationships/tags" Target="../tags/tag131.xml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tags" Target="../tags/tag11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tags" Target="../tags/tag15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image" Target="../media/image33.png"/><Relationship Id="rId7" Type="http://schemas.openxmlformats.org/officeDocument/2006/relationships/tags" Target="../tags/tag164.xml"/><Relationship Id="rId6" Type="http://schemas.openxmlformats.org/officeDocument/2006/relationships/image" Target="../media/image32.png"/><Relationship Id="rId5" Type="http://schemas.openxmlformats.org/officeDocument/2006/relationships/tags" Target="../tags/tag163.xml"/><Relationship Id="rId4" Type="http://schemas.openxmlformats.org/officeDocument/2006/relationships/image" Target="../media/image31.png"/><Relationship Id="rId3" Type="http://schemas.openxmlformats.org/officeDocument/2006/relationships/tags" Target="../tags/tag162.xml"/><Relationship Id="rId2" Type="http://schemas.openxmlformats.org/officeDocument/2006/relationships/image" Target="../media/image30.png"/><Relationship Id="rId15" Type="http://schemas.openxmlformats.org/officeDocument/2006/relationships/notesSlide" Target="../notesSlides/notesSlide21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36.png"/><Relationship Id="rId12" Type="http://schemas.openxmlformats.org/officeDocument/2006/relationships/image" Target="../media/image35.png"/><Relationship Id="rId11" Type="http://schemas.openxmlformats.org/officeDocument/2006/relationships/tags" Target="../tags/tag166.xml"/><Relationship Id="rId10" Type="http://schemas.openxmlformats.org/officeDocument/2006/relationships/image" Target="../media/image34.jpeg"/><Relationship Id="rId1" Type="http://schemas.openxmlformats.org/officeDocument/2006/relationships/tags" Target="../tags/tag16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jpe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hyperlink" Target="https://gdc.cancer.gov/" TargetMode="External"/><Relationship Id="rId3" Type="http://schemas.openxmlformats.org/officeDocument/2006/relationships/hyperlink" Target="https://www.ebi.ac.uk/arrayexpress/" TargetMode="External"/><Relationship Id="rId2" Type="http://schemas.openxmlformats.org/officeDocument/2006/relationships/hyperlink" Target="https://www.ncbi.nlm.nih.gov/sra/" TargetMode="External"/><Relationship Id="rId12" Type="http://schemas.openxmlformats.org/officeDocument/2006/relationships/notesSlide" Target="../notesSlides/notesSlide2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3.png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github.com/OpenGene/fastp" TargetMode="External"/><Relationship Id="rId5" Type="http://schemas.openxmlformats.org/officeDocument/2006/relationships/tags" Target="../tags/tag170.xml"/><Relationship Id="rId4" Type="http://schemas.openxmlformats.org/officeDocument/2006/relationships/image" Target="../media/image44.png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image" Target="../media/image45.png"/><Relationship Id="rId1" Type="http://schemas.openxmlformats.org/officeDocument/2006/relationships/tags" Target="../tags/tag17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5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8.png"/><Relationship Id="rId6" Type="http://schemas.openxmlformats.org/officeDocument/2006/relationships/tags" Target="../tags/tag178.xml"/><Relationship Id="rId5" Type="http://schemas.openxmlformats.org/officeDocument/2006/relationships/image" Target="../media/image47.png"/><Relationship Id="rId4" Type="http://schemas.openxmlformats.org/officeDocument/2006/relationships/tags" Target="../tags/tag177.xml"/><Relationship Id="rId3" Type="http://schemas.openxmlformats.org/officeDocument/2006/relationships/image" Target="../media/image46.png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tags" Target="../tags/tag180.xml"/><Relationship Id="rId7" Type="http://schemas.microsoft.com/office/2007/relationships/diagramDrawing" Target="../diagrams/drawing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3" Type="http://schemas.openxmlformats.org/officeDocument/2006/relationships/diagramData" Target="../diagrams/data5.xml"/><Relationship Id="rId2" Type="http://schemas.openxmlformats.org/officeDocument/2006/relationships/tags" Target="../tags/tag179.xml"/><Relationship Id="rId17" Type="http://schemas.openxmlformats.org/officeDocument/2006/relationships/notesSlide" Target="../notesSlides/notesSlide26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52.png"/><Relationship Id="rId14" Type="http://schemas.openxmlformats.org/officeDocument/2006/relationships/tags" Target="../tags/tag183.xml"/><Relationship Id="rId13" Type="http://schemas.openxmlformats.org/officeDocument/2006/relationships/image" Target="../media/image51.png"/><Relationship Id="rId12" Type="http://schemas.openxmlformats.org/officeDocument/2006/relationships/tags" Target="../tags/tag182.xml"/><Relationship Id="rId11" Type="http://schemas.openxmlformats.org/officeDocument/2006/relationships/image" Target="../media/image50.png"/><Relationship Id="rId10" Type="http://schemas.openxmlformats.org/officeDocument/2006/relationships/tags" Target="../tags/tag181.xml"/><Relationship Id="rId1" Type="http://schemas.openxmlformats.org/officeDocument/2006/relationships/hyperlink" Target="https://www.bilibili.com/video/BV1Tb41187qb?spm_id_from=333.788.videopod.episodes&amp;vd_source=295fe87a6b67e73540bc390bf01d423e&amp;p=9" TargetMode="Externa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5.xml"/><Relationship Id="rId2" Type="http://schemas.openxmlformats.org/officeDocument/2006/relationships/image" Target="../media/image53.png"/><Relationship Id="rId1" Type="http://schemas.openxmlformats.org/officeDocument/2006/relationships/tags" Target="../tags/tag184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image" Target="../media/image54.png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0" Type="http://schemas.openxmlformats.org/officeDocument/2006/relationships/notesSlide" Target="../notesSlides/notesSlide28.xml"/><Relationship Id="rId1" Type="http://schemas.openxmlformats.org/officeDocument/2006/relationships/tags" Target="../tags/tag186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5.xml"/><Relationship Id="rId3" Type="http://schemas.openxmlformats.org/officeDocument/2006/relationships/image" Target="../media/image55.png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GIF"/><Relationship Id="rId8" Type="http://schemas.openxmlformats.org/officeDocument/2006/relationships/tags" Target="../tags/tag201.xml"/><Relationship Id="rId7" Type="http://schemas.openxmlformats.org/officeDocument/2006/relationships/image" Target="../media/image57.GIF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image" Target="../media/image56.png"/><Relationship Id="rId11" Type="http://schemas.openxmlformats.org/officeDocument/2006/relationships/notesSlide" Target="../notesSlides/notesSlide30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96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" Type="http://schemas.openxmlformats.org/officeDocument/2006/relationships/image" Target="../media/image61.png"/><Relationship Id="rId5" Type="http://schemas.openxmlformats.org/officeDocument/2006/relationships/tags" Target="../tags/tag204.xml"/><Relationship Id="rId4" Type="http://schemas.openxmlformats.org/officeDocument/2006/relationships/image" Target="../media/image60.png"/><Relationship Id="rId3" Type="http://schemas.openxmlformats.org/officeDocument/2006/relationships/tags" Target="../tags/tag203.xml"/><Relationship Id="rId2" Type="http://schemas.openxmlformats.org/officeDocument/2006/relationships/image" Target="../media/image59.png"/><Relationship Id="rId18" Type="http://schemas.openxmlformats.org/officeDocument/2006/relationships/notesSlide" Target="../notesSlides/notesSlide31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tags" Target="../tags/tag202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7.xml"/><Relationship Id="rId3" Type="http://schemas.openxmlformats.org/officeDocument/2006/relationships/image" Target="../media/image62.jpeg"/><Relationship Id="rId2" Type="http://schemas.openxmlformats.org/officeDocument/2006/relationships/tags" Target="../tags/tag216.xml"/><Relationship Id="rId1" Type="http://schemas.openxmlformats.org/officeDocument/2006/relationships/tags" Target="../tags/tag215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image" Target="../media/image63.png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5" Type="http://schemas.openxmlformats.org/officeDocument/2006/relationships/notesSlide" Target="../notesSlides/notesSlide33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29.xml"/><Relationship Id="rId12" Type="http://schemas.openxmlformats.org/officeDocument/2006/relationships/tags" Target="../tags/tag228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tags" Target="../tags/tag218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image" Target="../media/image65.png"/><Relationship Id="rId6" Type="http://schemas.openxmlformats.org/officeDocument/2006/relationships/tags" Target="../tags/tag234.xml"/><Relationship Id="rId5" Type="http://schemas.openxmlformats.org/officeDocument/2006/relationships/image" Target="../media/image64.png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3" Type="http://schemas.openxmlformats.org/officeDocument/2006/relationships/notesSlide" Target="../notesSlides/notesSlide34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66.png"/><Relationship Id="rId10" Type="http://schemas.openxmlformats.org/officeDocument/2006/relationships/tags" Target="../tags/tag237.xml"/><Relationship Id="rId1" Type="http://schemas.openxmlformats.org/officeDocument/2006/relationships/tags" Target="../tags/tag230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image" Target="../media/image69.png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image" Target="../media/image68.png"/><Relationship Id="rId3" Type="http://schemas.openxmlformats.org/officeDocument/2006/relationships/tags" Target="../tags/tag239.xml"/><Relationship Id="rId2" Type="http://schemas.openxmlformats.org/officeDocument/2006/relationships/image" Target="../media/image67.png"/><Relationship Id="rId15" Type="http://schemas.openxmlformats.org/officeDocument/2006/relationships/notesSlide" Target="../notesSlides/notesSlide35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8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image" Target="../media/image20.png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0" Type="http://schemas.openxmlformats.org/officeDocument/2006/relationships/notesSlide" Target="../notesSlides/notesSlide36.xml"/><Relationship Id="rId2" Type="http://schemas.openxmlformats.org/officeDocument/2006/relationships/tags" Target="../tags/tag249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72.png"/><Relationship Id="rId17" Type="http://schemas.openxmlformats.org/officeDocument/2006/relationships/tags" Target="../tags/tag260.xml"/><Relationship Id="rId16" Type="http://schemas.openxmlformats.org/officeDocument/2006/relationships/image" Target="../media/image71.png"/><Relationship Id="rId15" Type="http://schemas.openxmlformats.org/officeDocument/2006/relationships/tags" Target="../tags/tag259.xml"/><Relationship Id="rId14" Type="http://schemas.openxmlformats.org/officeDocument/2006/relationships/image" Target="../media/image70.png"/><Relationship Id="rId13" Type="http://schemas.openxmlformats.org/officeDocument/2006/relationships/tags" Target="../tags/tag258.xml"/><Relationship Id="rId12" Type="http://schemas.openxmlformats.org/officeDocument/2006/relationships/image" Target="../media/image33.png"/><Relationship Id="rId11" Type="http://schemas.openxmlformats.org/officeDocument/2006/relationships/tags" Target="../tags/tag257.xml"/><Relationship Id="rId10" Type="http://schemas.openxmlformats.org/officeDocument/2006/relationships/tags" Target="../tags/tag256.xml"/><Relationship Id="rId1" Type="http://schemas.openxmlformats.org/officeDocument/2006/relationships/tags" Target="../tags/tag248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image" Target="../media/image74.png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image" Target="../media/image73.png"/><Relationship Id="rId14" Type="http://schemas.openxmlformats.org/officeDocument/2006/relationships/notesSlide" Target="../notesSlides/notesSlide37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5.png"/><Relationship Id="rId11" Type="http://schemas.openxmlformats.org/officeDocument/2006/relationships/tags" Target="../tags/tag268.xml"/><Relationship Id="rId10" Type="http://schemas.openxmlformats.org/officeDocument/2006/relationships/hyperlink" Target="http://cran.r-project.org/" TargetMode="External"/><Relationship Id="rId1" Type="http://schemas.openxmlformats.org/officeDocument/2006/relationships/tags" Target="../tags/tag26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tags" Target="../tags/tag272.xml"/><Relationship Id="rId4" Type="http://schemas.openxmlformats.org/officeDocument/2006/relationships/image" Target="../media/image76.png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" Type="http://schemas.openxmlformats.org/officeDocument/2006/relationships/tags" Target="../tags/tag269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9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0.png"/><Relationship Id="rId6" Type="http://schemas.openxmlformats.org/officeDocument/2006/relationships/tags" Target="../tags/tag276.xml"/><Relationship Id="rId5" Type="http://schemas.openxmlformats.org/officeDocument/2006/relationships/image" Target="../media/image79.png"/><Relationship Id="rId4" Type="http://schemas.openxmlformats.org/officeDocument/2006/relationships/tags" Target="../tags/tag275.xml"/><Relationship Id="rId3" Type="http://schemas.openxmlformats.org/officeDocument/2006/relationships/image" Target="../media/image78.png"/><Relationship Id="rId2" Type="http://schemas.openxmlformats.org/officeDocument/2006/relationships/tags" Target="../tags/tag274.xml"/><Relationship Id="rId1" Type="http://schemas.openxmlformats.org/officeDocument/2006/relationships/tags" Target="../tags/tag273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1.png"/><Relationship Id="rId2" Type="http://schemas.openxmlformats.org/officeDocument/2006/relationships/tags" Target="../tags/tag278.xml"/><Relationship Id="rId1" Type="http://schemas.openxmlformats.org/officeDocument/2006/relationships/tags" Target="../tags/tag277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2.png"/><Relationship Id="rId2" Type="http://schemas.openxmlformats.org/officeDocument/2006/relationships/tags" Target="../tags/tag280.xml"/><Relationship Id="rId1" Type="http://schemas.openxmlformats.org/officeDocument/2006/relationships/tags" Target="../tags/tag279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2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tags" Target="../tags/tag281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7.xml"/><Relationship Id="rId8" Type="http://schemas.openxmlformats.org/officeDocument/2006/relationships/diagramQuickStyle" Target="../diagrams/quickStyle7.xml"/><Relationship Id="rId7" Type="http://schemas.openxmlformats.org/officeDocument/2006/relationships/diagramLayout" Target="../diagrams/layout7.xml"/><Relationship Id="rId6" Type="http://schemas.openxmlformats.org/officeDocument/2006/relationships/diagramData" Target="../diagrams/data7.xml"/><Relationship Id="rId5" Type="http://schemas.openxmlformats.org/officeDocument/2006/relationships/tags" Target="../tags/tag284.xml"/><Relationship Id="rId4" Type="http://schemas.openxmlformats.org/officeDocument/2006/relationships/image" Target="../media/image84.png"/><Relationship Id="rId3" Type="http://schemas.openxmlformats.org/officeDocument/2006/relationships/tags" Target="../tags/tag283.xml"/><Relationship Id="rId2" Type="http://schemas.openxmlformats.org/officeDocument/2006/relationships/image" Target="../media/image83.png"/><Relationship Id="rId12" Type="http://schemas.openxmlformats.org/officeDocument/2006/relationships/notesSlide" Target="../notesSlides/notesSlide43.xml"/><Relationship Id="rId11" Type="http://schemas.openxmlformats.org/officeDocument/2006/relationships/slideLayout" Target="../slideLayouts/slideLayout2.xml"/><Relationship Id="rId10" Type="http://schemas.microsoft.com/office/2007/relationships/diagramDrawing" Target="../diagrams/drawing7.xml"/><Relationship Id="rId1" Type="http://schemas.openxmlformats.org/officeDocument/2006/relationships/tags" Target="../tags/tag28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4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tags" Target="../tags/tag285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github.com/WangLabCSU/bioc-rnaseq/tree/main/episodes" TargetMode="External"/><Relationship Id="rId2" Type="http://schemas.openxmlformats.org/officeDocument/2006/relationships/hyperlink" Target="http://pan.csu.edu.cn:80/link/5DE6BAA90B6F52692B805B762BEF2E8D&#10;&#26377;&#25928;&#26399;&#38480;&#65306;2026-07-01" TargetMode="External"/><Relationship Id="rId1" Type="http://schemas.openxmlformats.org/officeDocument/2006/relationships/hyperlink" Target="https://carpentries-incubator.github.io/bioc-rnaseq/aio.html" TargetMode="External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8.xml"/><Relationship Id="rId4" Type="http://schemas.openxmlformats.org/officeDocument/2006/relationships/image" Target="../media/image86.png"/><Relationship Id="rId3" Type="http://schemas.openxmlformats.org/officeDocument/2006/relationships/tags" Target="../tags/tag287.xml"/><Relationship Id="rId2" Type="http://schemas.openxmlformats.org/officeDocument/2006/relationships/image" Target="../media/image85.png"/><Relationship Id="rId1" Type="http://schemas.openxmlformats.org/officeDocument/2006/relationships/tags" Target="../tags/tag286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tags" Target="../tags/tag294.xml"/><Relationship Id="rId7" Type="http://schemas.openxmlformats.org/officeDocument/2006/relationships/tags" Target="../tags/tag293.xml"/><Relationship Id="rId6" Type="http://schemas.openxmlformats.org/officeDocument/2006/relationships/tags" Target="../tags/tag292.xml"/><Relationship Id="rId5" Type="http://schemas.openxmlformats.org/officeDocument/2006/relationships/image" Target="../media/image88.jpeg"/><Relationship Id="rId4" Type="http://schemas.openxmlformats.org/officeDocument/2006/relationships/tags" Target="../tags/tag291.xml"/><Relationship Id="rId3" Type="http://schemas.openxmlformats.org/officeDocument/2006/relationships/image" Target="../media/image87.jpeg"/><Relationship Id="rId2" Type="http://schemas.openxmlformats.org/officeDocument/2006/relationships/tags" Target="../tags/tag290.xml"/><Relationship Id="rId11" Type="http://schemas.openxmlformats.org/officeDocument/2006/relationships/notesSlide" Target="../notesSlides/notesSlide47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8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矩形 1"/>
          <p:cNvSpPr/>
          <p:nvPr/>
        </p:nvSpPr>
        <p:spPr>
          <a:xfrm>
            <a:off x="1691640" y="4846955"/>
            <a:ext cx="5459730" cy="19217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 eaLnBrk="1" hangingPunct="1">
              <a:lnSpc>
                <a:spcPct val="130000"/>
              </a:lnSpc>
            </a:pPr>
            <a:r>
              <a:rPr lang="zh-CN" altLang="en-US" sz="3200" b="1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王诗翔</a:t>
            </a:r>
            <a:endParaRPr lang="zh-CN" altLang="en-US" sz="3200" b="1" dirty="0">
              <a:solidFill>
                <a:srgbClr val="0000CC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+mn-ea"/>
            </a:endParaRPr>
          </a:p>
          <a:p>
            <a:pPr lvl="0" algn="ctr" eaLnBrk="1" hangingPunct="1">
              <a:lnSpc>
                <a:spcPct val="130000"/>
              </a:lnSpc>
            </a:pPr>
            <a:r>
              <a:rPr lang="zh-CN" altLang="en-US" sz="3200" b="1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中南大学 生物医学信息系</a:t>
            </a:r>
            <a:endParaRPr lang="zh-CN" altLang="en-US" sz="3200" b="1" dirty="0">
              <a:solidFill>
                <a:srgbClr val="0000CC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lvl="0" algn="ctr" eaLnBrk="1" hangingPunct="1">
              <a:lnSpc>
                <a:spcPct val="130000"/>
              </a:lnSpc>
            </a:pPr>
            <a:r>
              <a:rPr lang="en-US" altLang="zh-CN" sz="3200" b="1" u="sng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wangshx@csu.edu.cn</a:t>
            </a:r>
            <a:r>
              <a:rPr lang="zh-CN" altLang="en-US" sz="3200" b="1" u="sng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</a:t>
            </a:r>
            <a:endParaRPr lang="zh-CN" altLang="en-US" sz="3200" b="1" u="sng" dirty="0">
              <a:solidFill>
                <a:srgbClr val="0000CC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14313" y="285750"/>
            <a:ext cx="714375" cy="714375"/>
          </a:xfrm>
          <a:prstGeom prst="ellipse">
            <a:avLst/>
          </a:prstGeom>
          <a:blipFill rotWithShape="1">
            <a:blip r:embed="rId1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29005" y="428625"/>
            <a:ext cx="2984500" cy="571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195" tIns="36195" rIns="36195" bIns="36195" rtlCol="0" anchor="ctr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华文行楷" panose="02010800040101010101" charset="-122"/>
                <a:ea typeface="华文行楷" panose="02010800040101010101" charset="-122"/>
                <a:cs typeface="+mn-cs"/>
              </a:rPr>
              <a:t>《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华文行楷" panose="02010800040101010101" charset="-122"/>
                <a:ea typeface="华文行楷" panose="02010800040101010101" charset="-122"/>
                <a:cs typeface="+mn-cs"/>
              </a:rPr>
              <a:t>生物信息学概论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华文行楷" panose="02010800040101010101" charset="-122"/>
                <a:ea typeface="华文行楷" panose="02010800040101010101" charset="-122"/>
                <a:cs typeface="+mn-cs"/>
              </a:rPr>
              <a:t>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华文行楷" panose="02010800040101010101" charset="-122"/>
              <a:ea typeface="华文行楷" panose="02010800040101010101" charset="-122"/>
              <a:cs typeface="+mn-cs"/>
            </a:endParaRPr>
          </a:p>
        </p:txBody>
      </p:sp>
      <p:sp>
        <p:nvSpPr>
          <p:cNvPr id="7171" name="TextBox 6"/>
          <p:cNvSpPr/>
          <p:nvPr/>
        </p:nvSpPr>
        <p:spPr>
          <a:xfrm>
            <a:off x="3337380" y="3102475"/>
            <a:ext cx="5987148" cy="10509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 eaLnBrk="0" hangingPunct="0">
              <a:lnSpc>
                <a:spcPct val="13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90204" pitchFamily="34" charset="0"/>
              </a:rPr>
              <a:t>转录组分析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sym typeface="+mn-ea"/>
              </a:rPr>
              <a:t>目录</a:t>
            </a:r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23215" y="1269365"/>
            <a:ext cx="8111490" cy="45751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Verdana" panose="020B0804030504040204" charset="0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804030504040204" charset="0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Verdana" panose="020B0804030504040204" charset="0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Verdana" panose="020B080403050404020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Arial" panose="020B0604020202090204" pitchFamily="34" charset="0"/>
              <a:buChar char="•"/>
            </a:pPr>
            <a:r>
              <a:rPr sz="3200" dirty="0">
                <a:solidFill>
                  <a:schemeClr val="tx1"/>
                </a:solidFill>
                <a:uFillTx/>
                <a:latin typeface="Arial Bold" panose="020B0604020202090204" charset="0"/>
                <a:ea typeface="+mn-ea"/>
                <a:cs typeface="+mn-ea"/>
                <a:sym typeface="+mn-ea"/>
              </a:rPr>
              <a:t>转录组</a:t>
            </a:r>
            <a:r>
              <a:rPr lang="zh-CN" sz="3200" dirty="0">
                <a:solidFill>
                  <a:schemeClr val="tx1"/>
                </a:solidFill>
                <a:uFillTx/>
                <a:latin typeface="+mn-ea"/>
                <a:ea typeface="+mn-ea"/>
                <a:cs typeface="+mn-ea"/>
                <a:sym typeface="+mn-ea"/>
              </a:rPr>
              <a:t>概述</a:t>
            </a:r>
            <a:endParaRPr lang="zh-CN" sz="3200" dirty="0">
              <a:solidFill>
                <a:schemeClr val="tx1"/>
              </a:solidFill>
              <a:uFillTx/>
              <a:latin typeface="+mn-ea"/>
              <a:ea typeface="+mn-ea"/>
              <a:cs typeface="+mn-ea"/>
              <a:sym typeface="+mn-ea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Arial" panose="020B0604020202090204" pitchFamily="34" charset="0"/>
              <a:buChar char="•"/>
            </a:pPr>
            <a:r>
              <a:rPr lang="zh-CN" sz="3200" dirty="0">
                <a:solidFill>
                  <a:schemeClr val="tx1"/>
                </a:solidFill>
                <a:uFillTx/>
                <a:latin typeface="+mn-ea"/>
                <a:ea typeface="+mn-ea"/>
                <a:cs typeface="+mn-ea"/>
                <a:sym typeface="+mn-ea"/>
              </a:rPr>
              <a:t>试验设计和测序分析流程</a:t>
            </a:r>
            <a:endParaRPr lang="zh-CN" sz="3200" dirty="0">
              <a:solidFill>
                <a:schemeClr val="tx1"/>
              </a:solidFill>
              <a:uFillTx/>
              <a:latin typeface="+mn-ea"/>
              <a:ea typeface="+mn-ea"/>
              <a:cs typeface="+mn-ea"/>
              <a:sym typeface="+mn-ea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Arial" panose="020B0604020202090204" pitchFamily="34" charset="0"/>
              <a:buChar char="•"/>
            </a:pPr>
            <a:r>
              <a:rPr lang="zh-CN" sz="3200" dirty="0">
                <a:solidFill>
                  <a:schemeClr val="tx1"/>
                </a:solidFill>
                <a:uFillTx/>
                <a:latin typeface="+mn-ea"/>
                <a:ea typeface="+mn-ea"/>
                <a:cs typeface="+mn-ea"/>
                <a:sym typeface="+mn-ea"/>
              </a:rPr>
              <a:t>转录组数据核心分析</a:t>
            </a:r>
            <a:endParaRPr lang="zh-CN" sz="3200" dirty="0">
              <a:solidFill>
                <a:schemeClr val="tx1"/>
              </a:solidFill>
              <a:uFillTx/>
              <a:latin typeface="+mn-ea"/>
              <a:ea typeface="+mn-ea"/>
              <a:cs typeface="+mn-ea"/>
              <a:sym typeface="+mn-ea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Arial" panose="020B0604020202090204" pitchFamily="34" charset="0"/>
              <a:buChar char="•"/>
            </a:pPr>
            <a:r>
              <a:rPr lang="zh-CN" sz="3200" dirty="0">
                <a:solidFill>
                  <a:schemeClr val="tx1"/>
                </a:solidFill>
                <a:uFillTx/>
                <a:latin typeface="+mn-ea"/>
                <a:ea typeface="+mn-ea"/>
                <a:cs typeface="+mn-ea"/>
                <a:sym typeface="+mn-ea"/>
              </a:rPr>
              <a:t>功能</a:t>
            </a:r>
            <a:r>
              <a:rPr lang="zh-CN" sz="3200" dirty="0">
                <a:solidFill>
                  <a:schemeClr val="tx1"/>
                </a:solidFill>
                <a:uFillTx/>
                <a:latin typeface="+mn-ea"/>
                <a:ea typeface="+mn-ea"/>
                <a:cs typeface="+mn-ea"/>
                <a:sym typeface="+mn-ea"/>
              </a:rPr>
              <a:t>富集分析</a:t>
            </a:r>
            <a:endParaRPr lang="zh-CN" sz="3200" dirty="0">
              <a:solidFill>
                <a:schemeClr val="tx1"/>
              </a:solidFill>
              <a:uFillTx/>
              <a:latin typeface="+mn-ea"/>
              <a:ea typeface="+mn-ea"/>
              <a:cs typeface="+mn-ea"/>
              <a:sym typeface="+mn-ea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Arial" panose="020B0604020202090204" pitchFamily="34" charset="0"/>
              <a:buChar char="•"/>
            </a:pPr>
            <a:r>
              <a:rPr lang="en-US" altLang="zh-CN" sz="3200" b="0" dirty="0">
                <a:solidFill>
                  <a:schemeClr val="tx1"/>
                </a:solidFill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  <a:sym typeface="+mn-ea"/>
              </a:rPr>
              <a:t>RNA-seq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+mn-ea"/>
                <a:ea typeface="+mn-ea"/>
                <a:cs typeface="+mn-ea"/>
                <a:sym typeface="+mn-ea"/>
              </a:rPr>
              <a:t>数据分析案例</a:t>
            </a:r>
            <a:endParaRPr lang="zh-CN" altLang="en-US" sz="3200" dirty="0">
              <a:solidFill>
                <a:schemeClr val="tx1"/>
              </a:solidFill>
              <a:uFillTx/>
              <a:latin typeface="+mn-ea"/>
              <a:ea typeface="+mn-ea"/>
              <a:cs typeface="+mn-ea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Arial" panose="020B0604020202090204" pitchFamily="34" charset="0"/>
              <a:buChar char="•"/>
            </a:pPr>
            <a:endParaRPr lang="zh-CN" altLang="en-US" sz="3200" b="0" dirty="0">
              <a:solidFill>
                <a:schemeClr val="tx1"/>
              </a:solidFill>
              <a:uFillTx/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uiExpand="1" build="allAtOnce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转录组概述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1.1 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前言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pic>
        <p:nvPicPr>
          <p:cNvPr id="16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912" y="1690689"/>
            <a:ext cx="3028950" cy="3705225"/>
          </a:xfrm>
          <a:prstGeom prst="rect">
            <a:avLst/>
          </a:prstGeom>
        </p:spPr>
      </p:pic>
      <p:sp>
        <p:nvSpPr>
          <p:cNvPr id="4" name="下箭头 12"/>
          <p:cNvSpPr/>
          <p:nvPr>
            <p:custDataLst>
              <p:tags r:id="rId3"/>
            </p:custDataLst>
          </p:nvPr>
        </p:nvSpPr>
        <p:spPr>
          <a:xfrm>
            <a:off x="5293046" y="2798730"/>
            <a:ext cx="207030" cy="8195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8" name="下箭头 13"/>
          <p:cNvSpPr/>
          <p:nvPr>
            <p:custDataLst>
              <p:tags r:id="rId4"/>
            </p:custDataLst>
          </p:nvPr>
        </p:nvSpPr>
        <p:spPr>
          <a:xfrm>
            <a:off x="5293046" y="4097322"/>
            <a:ext cx="204646" cy="9067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2185291" y="5395914"/>
            <a:ext cx="12827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i="1" dirty="0">
                <a:solidFill>
                  <a:schemeClr val="bg1">
                    <a:lumMod val="50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from </a:t>
            </a:r>
            <a:r>
              <a:rPr lang="en-US" altLang="zh-CN" sz="1100" i="1" dirty="0" err="1">
                <a:solidFill>
                  <a:schemeClr val="bg1">
                    <a:lumMod val="50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en.wikipedia</a:t>
            </a:r>
            <a:endParaRPr lang="zh-CN" altLang="en-US" sz="1100" i="1" dirty="0">
              <a:solidFill>
                <a:schemeClr val="bg1">
                  <a:lumMod val="50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4" name="圆角矩形 15"/>
          <p:cNvSpPr/>
          <p:nvPr>
            <p:custDataLst>
              <p:tags r:id="rId6"/>
            </p:custDataLst>
          </p:nvPr>
        </p:nvSpPr>
        <p:spPr>
          <a:xfrm>
            <a:off x="4504350" y="2311879"/>
            <a:ext cx="1782037" cy="48685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基因组学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5" name="圆角矩形 16"/>
          <p:cNvSpPr/>
          <p:nvPr/>
        </p:nvSpPr>
        <p:spPr>
          <a:xfrm>
            <a:off x="4504350" y="3610471"/>
            <a:ext cx="1782037" cy="48685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转录组学</a:t>
            </a:r>
            <a:endParaRPr lang="zh-CN" altLang="en-US" b="1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6" name="圆角矩形 17"/>
          <p:cNvSpPr/>
          <p:nvPr>
            <p:custDataLst>
              <p:tags r:id="rId7"/>
            </p:custDataLst>
          </p:nvPr>
        </p:nvSpPr>
        <p:spPr>
          <a:xfrm>
            <a:off x="4497623" y="4996308"/>
            <a:ext cx="1788763" cy="48685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蛋白质组学</a:t>
            </a:r>
            <a:endParaRPr lang="en-US" altLang="zh-CN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7" name="圆角矩形 18"/>
          <p:cNvSpPr/>
          <p:nvPr>
            <p:custDataLst>
              <p:tags r:id="rId8"/>
            </p:custDataLst>
          </p:nvPr>
        </p:nvSpPr>
        <p:spPr>
          <a:xfrm flipH="1">
            <a:off x="2185291" y="5698549"/>
            <a:ext cx="3605018" cy="31855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中心法则：遗传信息传递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6530340" y="2353945"/>
            <a:ext cx="21310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~20-25,000</a:t>
            </a:r>
            <a:endParaRPr lang="en-US" altLang="zh-CN"/>
          </a:p>
        </p:txBody>
      </p:sp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6535420" y="3618230"/>
            <a:ext cx="2233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~100,000</a:t>
            </a:r>
            <a:endParaRPr lang="en-US" altLang="zh-CN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6535420" y="5055870"/>
            <a:ext cx="25184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&gt;1,000,000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8" grpId="0" bldLvl="0" animBg="1"/>
      <p:bldP spid="6" grpId="0"/>
      <p:bldP spid="24" grpId="0" bldLvl="0" animBg="1"/>
      <p:bldP spid="25" grpId="0" bldLvl="0" animBg="1"/>
      <p:bldP spid="25" grpId="1" animBg="1"/>
      <p:bldP spid="26" grpId="0" bldLvl="0" animBg="1"/>
      <p:bldP spid="27" grpId="0" bldLvl="0" animBg="1"/>
      <p:bldP spid="7" grpId="0"/>
      <p:bldP spid="8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转录组概述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1.2 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转录组的定义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  <a:p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55" name="object 3"/>
          <p:cNvSpPr txBox="1"/>
          <p:nvPr>
            <p:custDataLst>
              <p:tags r:id="rId1"/>
            </p:custDataLst>
          </p:nvPr>
        </p:nvSpPr>
        <p:spPr>
          <a:xfrm>
            <a:off x="1157108" y="1625620"/>
            <a:ext cx="7138282" cy="22999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marR="5080" indent="-228600">
              <a:lnSpc>
                <a:spcPct val="90000"/>
              </a:lnSpc>
              <a:spcBef>
                <a:spcPts val="430"/>
              </a:spcBef>
              <a:buClr>
                <a:srgbClr val="BF0000"/>
              </a:buClr>
              <a:buSzPct val="96000"/>
              <a:buFont typeface="Wingdings" panose="05000000000000000000"/>
              <a:buChar char=""/>
              <a:tabLst>
                <a:tab pos="295910" algn="l"/>
              </a:tabLst>
            </a:pPr>
            <a:r>
              <a:rPr sz="2800" spc="-5" dirty="0">
                <a:latin typeface="+mn-ea"/>
                <a:cs typeface="+mn-ea"/>
              </a:rPr>
              <a:t>转</a:t>
            </a:r>
            <a:r>
              <a:rPr sz="2800" spc="20" dirty="0">
                <a:latin typeface="+mn-ea"/>
                <a:cs typeface="+mn-ea"/>
              </a:rPr>
              <a:t>录</a:t>
            </a:r>
            <a:r>
              <a:rPr sz="2800" spc="-5" dirty="0">
                <a:latin typeface="+mn-ea"/>
                <a:cs typeface="+mn-ea"/>
              </a:rPr>
              <a:t>组</a:t>
            </a:r>
            <a:r>
              <a:rPr sz="2800" spc="10" dirty="0">
                <a:latin typeface="+mn-ea"/>
                <a:cs typeface="+mn-ea"/>
              </a:rPr>
              <a:t>（</a:t>
            </a:r>
            <a:r>
              <a:rPr sz="2800" dirty="0">
                <a:latin typeface="+mn-ea"/>
                <a:cs typeface="+mn-ea"/>
              </a:rPr>
              <a:t>t</a:t>
            </a:r>
            <a:r>
              <a:rPr sz="2800" spc="-15" dirty="0">
                <a:latin typeface="+mn-ea"/>
                <a:cs typeface="+mn-ea"/>
              </a:rPr>
              <a:t>r</a:t>
            </a:r>
            <a:r>
              <a:rPr sz="2800" spc="10" dirty="0">
                <a:latin typeface="+mn-ea"/>
                <a:cs typeface="+mn-ea"/>
              </a:rPr>
              <a:t>a</a:t>
            </a:r>
            <a:r>
              <a:rPr sz="2800" spc="-5" dirty="0">
                <a:latin typeface="+mn-ea"/>
                <a:cs typeface="+mn-ea"/>
              </a:rPr>
              <a:t>n</a:t>
            </a:r>
            <a:r>
              <a:rPr sz="2800" spc="-35" dirty="0">
                <a:latin typeface="+mn-ea"/>
                <a:cs typeface="+mn-ea"/>
              </a:rPr>
              <a:t>s</a:t>
            </a:r>
            <a:r>
              <a:rPr sz="2800" spc="10" dirty="0">
                <a:latin typeface="+mn-ea"/>
                <a:cs typeface="+mn-ea"/>
              </a:rPr>
              <a:t>c</a:t>
            </a:r>
            <a:r>
              <a:rPr sz="2800" spc="-15" dirty="0">
                <a:latin typeface="+mn-ea"/>
                <a:cs typeface="+mn-ea"/>
              </a:rPr>
              <a:t>r</a:t>
            </a:r>
            <a:r>
              <a:rPr sz="2800" dirty="0">
                <a:latin typeface="+mn-ea"/>
                <a:cs typeface="+mn-ea"/>
              </a:rPr>
              <a:t>i</a:t>
            </a:r>
            <a:r>
              <a:rPr sz="2800" spc="-5" dirty="0">
                <a:latin typeface="+mn-ea"/>
                <a:cs typeface="+mn-ea"/>
              </a:rPr>
              <a:t>p</a:t>
            </a:r>
            <a:r>
              <a:rPr sz="2800" dirty="0">
                <a:latin typeface="+mn-ea"/>
                <a:cs typeface="+mn-ea"/>
              </a:rPr>
              <a:t>t</a:t>
            </a:r>
            <a:r>
              <a:rPr sz="2800" spc="-5" dirty="0">
                <a:latin typeface="+mn-ea"/>
                <a:cs typeface="+mn-ea"/>
              </a:rPr>
              <a:t>o</a:t>
            </a:r>
            <a:r>
              <a:rPr sz="2800" spc="-30" dirty="0">
                <a:latin typeface="+mn-ea"/>
                <a:cs typeface="+mn-ea"/>
              </a:rPr>
              <a:t>m</a:t>
            </a:r>
            <a:r>
              <a:rPr sz="2800" spc="-5" dirty="0">
                <a:latin typeface="+mn-ea"/>
                <a:cs typeface="+mn-ea"/>
              </a:rPr>
              <a:t>e）</a:t>
            </a:r>
            <a:r>
              <a:rPr sz="2800" spc="20" dirty="0">
                <a:solidFill>
                  <a:srgbClr val="C00000"/>
                </a:solidFill>
                <a:latin typeface="+mn-ea"/>
                <a:cs typeface="+mn-ea"/>
              </a:rPr>
              <a:t>广</a:t>
            </a:r>
            <a:r>
              <a:rPr sz="2800" spc="-5" dirty="0">
                <a:solidFill>
                  <a:srgbClr val="C00000"/>
                </a:solidFill>
                <a:latin typeface="+mn-ea"/>
                <a:cs typeface="+mn-ea"/>
              </a:rPr>
              <a:t>义上</a:t>
            </a:r>
            <a:r>
              <a:rPr sz="2800" spc="-5" dirty="0">
                <a:latin typeface="+mn-ea"/>
                <a:cs typeface="+mn-ea"/>
              </a:rPr>
              <a:t>指</a:t>
            </a:r>
            <a:r>
              <a:rPr sz="2800" spc="20" dirty="0">
                <a:latin typeface="+mn-ea"/>
                <a:cs typeface="+mn-ea"/>
              </a:rPr>
              <a:t>某</a:t>
            </a:r>
            <a:r>
              <a:rPr sz="2800" spc="-5" dirty="0">
                <a:latin typeface="+mn-ea"/>
                <a:cs typeface="+mn-ea"/>
              </a:rPr>
              <a:t>一生理条件下，细胞</a:t>
            </a:r>
            <a:r>
              <a:rPr sz="2800" spc="20" dirty="0">
                <a:latin typeface="+mn-ea"/>
                <a:cs typeface="+mn-ea"/>
              </a:rPr>
              <a:t>内</a:t>
            </a:r>
            <a:r>
              <a:rPr sz="2800" spc="-5" dirty="0">
                <a:latin typeface="+mn-ea"/>
                <a:cs typeface="+mn-ea"/>
              </a:rPr>
              <a:t>所有转录产物的</a:t>
            </a:r>
            <a:r>
              <a:rPr sz="2800" spc="20" dirty="0">
                <a:latin typeface="+mn-ea"/>
                <a:cs typeface="+mn-ea"/>
              </a:rPr>
              <a:t>集</a:t>
            </a:r>
            <a:r>
              <a:rPr sz="2800" spc="-5" dirty="0">
                <a:latin typeface="+mn-ea"/>
                <a:cs typeface="+mn-ea"/>
              </a:rPr>
              <a:t>合，包括信使</a:t>
            </a:r>
            <a:r>
              <a:rPr sz="2800" spc="-10" dirty="0">
                <a:latin typeface="+mn-ea"/>
                <a:cs typeface="+mn-ea"/>
              </a:rPr>
              <a:t>RNA</a:t>
            </a:r>
            <a:r>
              <a:rPr sz="2800" spc="-5" dirty="0">
                <a:latin typeface="+mn-ea"/>
                <a:cs typeface="+mn-ea"/>
              </a:rPr>
              <a:t>、</a:t>
            </a:r>
            <a:r>
              <a:rPr sz="2800" spc="20" dirty="0">
                <a:latin typeface="+mn-ea"/>
                <a:cs typeface="+mn-ea"/>
              </a:rPr>
              <a:t>核</a:t>
            </a:r>
            <a:r>
              <a:rPr sz="2800" spc="-5" dirty="0">
                <a:latin typeface="+mn-ea"/>
                <a:cs typeface="+mn-ea"/>
              </a:rPr>
              <a:t>糖</a:t>
            </a:r>
            <a:r>
              <a:rPr sz="2800" spc="15" dirty="0">
                <a:latin typeface="+mn-ea"/>
                <a:cs typeface="+mn-ea"/>
              </a:rPr>
              <a:t>体</a:t>
            </a:r>
            <a:r>
              <a:rPr sz="2800" spc="-10" dirty="0">
                <a:latin typeface="+mn-ea"/>
                <a:cs typeface="+mn-ea"/>
              </a:rPr>
              <a:t>RNA</a:t>
            </a:r>
            <a:r>
              <a:rPr sz="2800" spc="-5" dirty="0">
                <a:latin typeface="+mn-ea"/>
                <a:cs typeface="+mn-ea"/>
              </a:rPr>
              <a:t>、</a:t>
            </a:r>
            <a:r>
              <a:rPr sz="2800" spc="20" dirty="0">
                <a:latin typeface="+mn-ea"/>
                <a:cs typeface="+mn-ea"/>
              </a:rPr>
              <a:t>转</a:t>
            </a:r>
            <a:r>
              <a:rPr sz="2800" dirty="0">
                <a:latin typeface="+mn-ea"/>
                <a:cs typeface="+mn-ea"/>
              </a:rPr>
              <a:t>运</a:t>
            </a:r>
            <a:r>
              <a:rPr sz="2800" spc="-10" dirty="0">
                <a:latin typeface="+mn-ea"/>
                <a:cs typeface="+mn-ea"/>
              </a:rPr>
              <a:t>RNA</a:t>
            </a:r>
            <a:r>
              <a:rPr sz="2800" spc="-5" dirty="0">
                <a:latin typeface="+mn-ea"/>
                <a:cs typeface="+mn-ea"/>
              </a:rPr>
              <a:t>及</a:t>
            </a:r>
            <a:r>
              <a:rPr sz="2800" spc="20" dirty="0">
                <a:latin typeface="+mn-ea"/>
                <a:cs typeface="+mn-ea"/>
              </a:rPr>
              <a:t>非</a:t>
            </a:r>
            <a:r>
              <a:rPr sz="2800" spc="-5" dirty="0">
                <a:latin typeface="+mn-ea"/>
                <a:cs typeface="+mn-ea"/>
              </a:rPr>
              <a:t>编</a:t>
            </a:r>
            <a:r>
              <a:rPr sz="2800" spc="10" dirty="0">
                <a:latin typeface="+mn-ea"/>
                <a:cs typeface="+mn-ea"/>
              </a:rPr>
              <a:t>码</a:t>
            </a:r>
            <a:r>
              <a:rPr sz="2800" spc="-10" dirty="0">
                <a:latin typeface="+mn-ea"/>
                <a:cs typeface="+mn-ea"/>
              </a:rPr>
              <a:t>RNA；</a:t>
            </a:r>
            <a:endParaRPr sz="2800" dirty="0">
              <a:latin typeface="+mn-ea"/>
              <a:cs typeface="+mn-ea"/>
            </a:endParaRPr>
          </a:p>
          <a:p>
            <a:pPr marL="295275" indent="-283210">
              <a:lnSpc>
                <a:spcPct val="100000"/>
              </a:lnSpc>
              <a:spcBef>
                <a:spcPts val="2070"/>
              </a:spcBef>
              <a:buClr>
                <a:srgbClr val="BF0000"/>
              </a:buClr>
              <a:buSzPct val="96000"/>
              <a:buFont typeface="Wingdings" panose="05000000000000000000"/>
              <a:buChar char=""/>
              <a:tabLst>
                <a:tab pos="295910" algn="l"/>
              </a:tabLst>
            </a:pPr>
            <a:r>
              <a:rPr sz="2800" spc="-5" dirty="0">
                <a:solidFill>
                  <a:srgbClr val="C00000"/>
                </a:solidFill>
                <a:latin typeface="+mn-ea"/>
                <a:cs typeface="+mn-ea"/>
              </a:rPr>
              <a:t>狭</a:t>
            </a:r>
            <a:r>
              <a:rPr sz="2800" spc="20" dirty="0">
                <a:solidFill>
                  <a:srgbClr val="C00000"/>
                </a:solidFill>
                <a:latin typeface="+mn-ea"/>
                <a:cs typeface="+mn-ea"/>
              </a:rPr>
              <a:t>义</a:t>
            </a:r>
            <a:r>
              <a:rPr sz="2800" spc="-5" dirty="0">
                <a:solidFill>
                  <a:srgbClr val="C00000"/>
                </a:solidFill>
                <a:latin typeface="+mn-ea"/>
                <a:cs typeface="+mn-ea"/>
              </a:rPr>
              <a:t>上</a:t>
            </a:r>
            <a:r>
              <a:rPr sz="2800" spc="20" dirty="0">
                <a:latin typeface="+mn-ea"/>
                <a:cs typeface="+mn-ea"/>
              </a:rPr>
              <a:t>指</a:t>
            </a:r>
            <a:r>
              <a:rPr sz="2800" spc="-5" dirty="0">
                <a:latin typeface="+mn-ea"/>
                <a:cs typeface="+mn-ea"/>
              </a:rPr>
              <a:t>所有</a:t>
            </a:r>
            <a:r>
              <a:rPr sz="2800" u="sng" spc="-15" dirty="0">
                <a:latin typeface="+mn-ea"/>
                <a:cs typeface="+mn-ea"/>
              </a:rPr>
              <a:t>mRNA</a:t>
            </a:r>
            <a:r>
              <a:rPr sz="2800" spc="-5" dirty="0">
                <a:latin typeface="+mn-ea"/>
                <a:cs typeface="+mn-ea"/>
              </a:rPr>
              <a:t>的</a:t>
            </a:r>
            <a:r>
              <a:rPr sz="2800" spc="20" dirty="0">
                <a:latin typeface="+mn-ea"/>
                <a:cs typeface="+mn-ea"/>
              </a:rPr>
              <a:t>集</a:t>
            </a:r>
            <a:r>
              <a:rPr sz="2800" spc="-5" dirty="0">
                <a:latin typeface="+mn-ea"/>
                <a:cs typeface="+mn-ea"/>
              </a:rPr>
              <a:t>合。</a:t>
            </a:r>
            <a:endParaRPr sz="2800" dirty="0">
              <a:latin typeface="+mn-ea"/>
              <a:cs typeface="+mn-ea"/>
            </a:endParaRPr>
          </a:p>
        </p:txBody>
      </p:sp>
      <p:pic>
        <p:nvPicPr>
          <p:cNvPr id="57" name="object 4"/>
          <p:cNvPicPr/>
          <p:nvPr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156970" y="3928745"/>
            <a:ext cx="7254875" cy="2437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转录组概述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1.3 RNA的分类 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  <a:p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179705" y="1557020"/>
            <a:ext cx="3634740" cy="4714240"/>
          </a:xfrm>
          <a:prstGeom prst="rect">
            <a:avLst/>
          </a:prstGeom>
        </p:spPr>
        <p:txBody>
          <a:bodyPr vert="horz" wrap="square" lIns="0" tIns="97791" rIns="0" bIns="0" rtlCol="0">
            <a:spAutoFit/>
          </a:bodyPr>
          <a:lstStyle/>
          <a:p>
            <a:pPr marL="32385"/>
            <a:r>
              <a:rPr lang="en-US" sz="2000" b="1" dirty="0">
                <a:latin typeface="+mn-ea"/>
                <a:cs typeface="+mn-ea"/>
              </a:rPr>
              <a:t>1</a:t>
            </a:r>
            <a:r>
              <a:rPr lang="zh-CN" altLang="en-US" sz="2000" b="1" dirty="0">
                <a:latin typeface="+mn-ea"/>
                <a:cs typeface="+mn-ea"/>
              </a:rPr>
              <a:t>）</a:t>
            </a:r>
            <a:r>
              <a:rPr sz="2000" b="1" dirty="0" err="1">
                <a:latin typeface="+mn-ea"/>
                <a:cs typeface="+mn-ea"/>
              </a:rPr>
              <a:t>按长短分</a:t>
            </a:r>
            <a:r>
              <a:rPr sz="2000" b="1" dirty="0">
                <a:latin typeface="+mn-ea"/>
                <a:cs typeface="+mn-ea"/>
              </a:rPr>
              <a:t>：</a:t>
            </a:r>
            <a:endParaRPr sz="2000" b="1" dirty="0">
              <a:latin typeface="+mn-ea"/>
              <a:cs typeface="+mn-ea"/>
            </a:endParaRPr>
          </a:p>
          <a:p>
            <a:pPr marL="547370" indent="-515620">
              <a:buClr>
                <a:srgbClr val="BF0000"/>
              </a:buClr>
              <a:buFont typeface="Wingdings" panose="05000000000000000000"/>
              <a:buChar char=""/>
              <a:tabLst>
                <a:tab pos="546735" algn="l"/>
                <a:tab pos="547370" algn="l"/>
              </a:tabLst>
            </a:pPr>
            <a:r>
              <a:rPr sz="2000" spc="15" dirty="0">
                <a:latin typeface="+mn-ea"/>
                <a:cs typeface="+mn-ea"/>
              </a:rPr>
              <a:t>小</a:t>
            </a:r>
            <a:r>
              <a:rPr sz="2000" spc="-15" dirty="0">
                <a:latin typeface="+mn-ea"/>
                <a:cs typeface="+mn-ea"/>
              </a:rPr>
              <a:t>R</a:t>
            </a:r>
            <a:r>
              <a:rPr sz="2000" spc="15" dirty="0">
                <a:latin typeface="+mn-ea"/>
                <a:cs typeface="+mn-ea"/>
              </a:rPr>
              <a:t>N</a:t>
            </a:r>
            <a:r>
              <a:rPr sz="2000" dirty="0">
                <a:latin typeface="+mn-ea"/>
                <a:cs typeface="+mn-ea"/>
              </a:rPr>
              <a:t>A</a:t>
            </a:r>
            <a:r>
              <a:rPr sz="2000" spc="-125" dirty="0">
                <a:latin typeface="+mn-ea"/>
                <a:cs typeface="+mn-ea"/>
              </a:rPr>
              <a:t> </a:t>
            </a:r>
            <a:r>
              <a:rPr sz="2000" spc="-11" dirty="0">
                <a:latin typeface="+mn-ea"/>
                <a:cs typeface="+mn-ea"/>
              </a:rPr>
              <a:t>(</a:t>
            </a:r>
            <a:r>
              <a:rPr sz="2000" spc="20" dirty="0">
                <a:latin typeface="+mn-ea"/>
                <a:cs typeface="+mn-ea"/>
              </a:rPr>
              <a:t>1</a:t>
            </a:r>
            <a:r>
              <a:rPr sz="2000" dirty="0">
                <a:latin typeface="+mn-ea"/>
                <a:cs typeface="+mn-ea"/>
              </a:rPr>
              <a:t>8</a:t>
            </a:r>
            <a:r>
              <a:rPr sz="2000" spc="11" dirty="0">
                <a:latin typeface="+mn-ea"/>
                <a:cs typeface="+mn-ea"/>
              </a:rPr>
              <a:t>-</a:t>
            </a:r>
            <a:r>
              <a:rPr sz="2000" dirty="0">
                <a:latin typeface="+mn-ea"/>
                <a:cs typeface="+mn-ea"/>
              </a:rPr>
              <a:t>50</a:t>
            </a:r>
            <a:r>
              <a:rPr sz="2000" spc="-20" dirty="0">
                <a:latin typeface="+mn-ea"/>
                <a:cs typeface="+mn-ea"/>
              </a:rPr>
              <a:t>n</a:t>
            </a:r>
            <a:r>
              <a:rPr sz="2000" dirty="0">
                <a:latin typeface="+mn-ea"/>
                <a:cs typeface="+mn-ea"/>
              </a:rPr>
              <a:t>t)</a:t>
            </a:r>
            <a:endParaRPr sz="2000" dirty="0">
              <a:latin typeface="+mn-ea"/>
              <a:cs typeface="+mn-ea"/>
            </a:endParaRPr>
          </a:p>
          <a:p>
            <a:pPr marL="547370" indent="-515620">
              <a:buClr>
                <a:srgbClr val="BF0000"/>
              </a:buClr>
              <a:buFont typeface="Wingdings" panose="05000000000000000000"/>
              <a:buChar char=""/>
              <a:tabLst>
                <a:tab pos="546735" algn="l"/>
                <a:tab pos="547370" algn="l"/>
              </a:tabLst>
            </a:pPr>
            <a:r>
              <a:rPr sz="2000" spc="20" dirty="0">
                <a:latin typeface="+mn-ea"/>
                <a:cs typeface="+mn-ea"/>
              </a:rPr>
              <a:t>中等</a:t>
            </a:r>
            <a:r>
              <a:rPr sz="2000" dirty="0">
                <a:latin typeface="+mn-ea"/>
                <a:cs typeface="+mn-ea"/>
              </a:rPr>
              <a:t>长</a:t>
            </a:r>
            <a:r>
              <a:rPr sz="2000" spc="-15" dirty="0">
                <a:latin typeface="+mn-ea"/>
                <a:cs typeface="+mn-ea"/>
              </a:rPr>
              <a:t>度R</a:t>
            </a:r>
            <a:r>
              <a:rPr sz="2000" spc="15" dirty="0">
                <a:latin typeface="+mn-ea"/>
                <a:cs typeface="+mn-ea"/>
              </a:rPr>
              <a:t>N</a:t>
            </a:r>
            <a:r>
              <a:rPr sz="2000" dirty="0">
                <a:latin typeface="+mn-ea"/>
                <a:cs typeface="+mn-ea"/>
              </a:rPr>
              <a:t>A</a:t>
            </a:r>
            <a:r>
              <a:rPr sz="2000" spc="-145" dirty="0">
                <a:latin typeface="+mn-ea"/>
                <a:cs typeface="+mn-ea"/>
              </a:rPr>
              <a:t> </a:t>
            </a:r>
            <a:r>
              <a:rPr sz="2000" spc="-11" dirty="0">
                <a:latin typeface="+mn-ea"/>
                <a:cs typeface="+mn-ea"/>
              </a:rPr>
              <a:t>(</a:t>
            </a:r>
            <a:r>
              <a:rPr sz="2000" spc="20" dirty="0">
                <a:latin typeface="+mn-ea"/>
                <a:cs typeface="+mn-ea"/>
              </a:rPr>
              <a:t>5</a:t>
            </a:r>
            <a:r>
              <a:rPr sz="2000" dirty="0">
                <a:latin typeface="+mn-ea"/>
                <a:cs typeface="+mn-ea"/>
              </a:rPr>
              <a:t>0</a:t>
            </a:r>
            <a:r>
              <a:rPr sz="2000" spc="-11" dirty="0">
                <a:latin typeface="+mn-ea"/>
                <a:cs typeface="+mn-ea"/>
              </a:rPr>
              <a:t>-</a:t>
            </a:r>
            <a:r>
              <a:rPr sz="2000" spc="20" dirty="0">
                <a:latin typeface="+mn-ea"/>
                <a:cs typeface="+mn-ea"/>
              </a:rPr>
              <a:t>2</a:t>
            </a:r>
            <a:r>
              <a:rPr sz="2000" spc="-20" dirty="0">
                <a:latin typeface="+mn-ea"/>
                <a:cs typeface="+mn-ea"/>
              </a:rPr>
              <a:t>0</a:t>
            </a:r>
            <a:r>
              <a:rPr sz="2000" dirty="0">
                <a:latin typeface="+mn-ea"/>
                <a:cs typeface="+mn-ea"/>
              </a:rPr>
              <a:t>0nt)</a:t>
            </a:r>
            <a:endParaRPr sz="2000" dirty="0">
              <a:latin typeface="+mn-ea"/>
              <a:cs typeface="+mn-ea"/>
            </a:endParaRPr>
          </a:p>
          <a:p>
            <a:pPr marL="547370" indent="-515620">
              <a:buClr>
                <a:srgbClr val="BF0000"/>
              </a:buClr>
              <a:buFont typeface="Wingdings" panose="05000000000000000000"/>
              <a:buChar char=""/>
              <a:tabLst>
                <a:tab pos="546735" algn="l"/>
                <a:tab pos="547370" algn="l"/>
              </a:tabLst>
            </a:pPr>
            <a:r>
              <a:rPr sz="2000" spc="20" dirty="0">
                <a:latin typeface="+mn-ea"/>
                <a:cs typeface="+mn-ea"/>
              </a:rPr>
              <a:t>长</a:t>
            </a:r>
            <a:r>
              <a:rPr sz="2000" spc="5" dirty="0">
                <a:latin typeface="+mn-ea"/>
                <a:cs typeface="+mn-ea"/>
              </a:rPr>
              <a:t>链</a:t>
            </a:r>
            <a:r>
              <a:rPr sz="2000" spc="-15" dirty="0">
                <a:latin typeface="+mn-ea"/>
                <a:cs typeface="+mn-ea"/>
              </a:rPr>
              <a:t>R</a:t>
            </a:r>
            <a:r>
              <a:rPr sz="2000" spc="15" dirty="0">
                <a:latin typeface="+mn-ea"/>
                <a:cs typeface="+mn-ea"/>
              </a:rPr>
              <a:t>N</a:t>
            </a:r>
            <a:r>
              <a:rPr sz="2000" dirty="0">
                <a:latin typeface="+mn-ea"/>
                <a:cs typeface="+mn-ea"/>
              </a:rPr>
              <a:t>A</a:t>
            </a:r>
            <a:r>
              <a:rPr sz="2000" spc="-145" dirty="0">
                <a:latin typeface="+mn-ea"/>
                <a:cs typeface="+mn-ea"/>
              </a:rPr>
              <a:t> </a:t>
            </a:r>
            <a:r>
              <a:rPr sz="2000" spc="11" dirty="0">
                <a:latin typeface="+mn-ea"/>
                <a:cs typeface="+mn-ea"/>
              </a:rPr>
              <a:t>(</a:t>
            </a:r>
            <a:r>
              <a:rPr sz="2000" dirty="0">
                <a:latin typeface="+mn-ea"/>
                <a:cs typeface="+mn-ea"/>
              </a:rPr>
              <a:t>≥2</a:t>
            </a:r>
            <a:r>
              <a:rPr sz="2000" spc="20" dirty="0">
                <a:latin typeface="+mn-ea"/>
                <a:cs typeface="+mn-ea"/>
              </a:rPr>
              <a:t>0</a:t>
            </a:r>
            <a:r>
              <a:rPr sz="2000" dirty="0">
                <a:latin typeface="+mn-ea"/>
                <a:cs typeface="+mn-ea"/>
              </a:rPr>
              <a:t>0n</a:t>
            </a:r>
            <a:r>
              <a:rPr sz="2000" spc="-20" dirty="0">
                <a:latin typeface="+mn-ea"/>
                <a:cs typeface="+mn-ea"/>
              </a:rPr>
              <a:t>t</a:t>
            </a:r>
            <a:r>
              <a:rPr sz="2000" dirty="0">
                <a:latin typeface="+mn-ea"/>
                <a:cs typeface="+mn-ea"/>
              </a:rPr>
              <a:t>)</a:t>
            </a:r>
            <a:endParaRPr sz="2000" dirty="0">
              <a:latin typeface="+mn-ea"/>
              <a:cs typeface="+mn-ea"/>
            </a:endParaRPr>
          </a:p>
          <a:p>
            <a:pPr marL="12700"/>
            <a:endParaRPr lang="en-US" sz="2000" dirty="0">
              <a:latin typeface="+mn-ea"/>
              <a:cs typeface="+mn-ea"/>
            </a:endParaRPr>
          </a:p>
          <a:p>
            <a:pPr marL="12700"/>
            <a:r>
              <a:rPr lang="en-US" sz="2000" b="1" dirty="0">
                <a:latin typeface="+mn-ea"/>
                <a:cs typeface="+mn-ea"/>
              </a:rPr>
              <a:t>2</a:t>
            </a:r>
            <a:r>
              <a:rPr lang="zh-CN" altLang="en-US" sz="2000" b="1" dirty="0">
                <a:latin typeface="+mn-ea"/>
                <a:cs typeface="+mn-ea"/>
              </a:rPr>
              <a:t>）</a:t>
            </a:r>
            <a:r>
              <a:rPr sz="2000" b="1" dirty="0" err="1">
                <a:latin typeface="+mn-ea"/>
                <a:cs typeface="+mn-ea"/>
              </a:rPr>
              <a:t>按功能分</a:t>
            </a:r>
            <a:r>
              <a:rPr sz="2000" b="1" dirty="0">
                <a:latin typeface="+mn-ea"/>
                <a:cs typeface="+mn-ea"/>
              </a:rPr>
              <a:t>：</a:t>
            </a:r>
            <a:endParaRPr sz="2000" b="1" dirty="0">
              <a:latin typeface="+mn-ea"/>
              <a:cs typeface="+mn-ea"/>
            </a:endParaRPr>
          </a:p>
          <a:p>
            <a:pPr marL="531495" indent="-516255">
              <a:buClr>
                <a:srgbClr val="BF0000"/>
              </a:buClr>
              <a:buFont typeface="Wingdings" panose="05000000000000000000"/>
              <a:buChar char=""/>
              <a:tabLst>
                <a:tab pos="530860" algn="l"/>
                <a:tab pos="531495" algn="l"/>
              </a:tabLst>
            </a:pPr>
            <a:r>
              <a:rPr sz="2000" spc="-5" dirty="0">
                <a:latin typeface="+mn-ea"/>
                <a:cs typeface="+mn-ea"/>
              </a:rPr>
              <a:t>核糖</a:t>
            </a:r>
            <a:r>
              <a:rPr sz="2000" spc="-11" dirty="0">
                <a:latin typeface="+mn-ea"/>
                <a:cs typeface="+mn-ea"/>
              </a:rPr>
              <a:t>体</a:t>
            </a:r>
            <a:r>
              <a:rPr sz="2000" spc="-20" dirty="0">
                <a:latin typeface="+mn-ea"/>
                <a:cs typeface="+mn-ea"/>
              </a:rPr>
              <a:t>R</a:t>
            </a:r>
            <a:r>
              <a:rPr sz="2000" spc="5" dirty="0">
                <a:latin typeface="+mn-ea"/>
                <a:cs typeface="+mn-ea"/>
              </a:rPr>
              <a:t>N</a:t>
            </a:r>
            <a:r>
              <a:rPr sz="2000" spc="-5" dirty="0">
                <a:latin typeface="+mn-ea"/>
                <a:cs typeface="+mn-ea"/>
              </a:rPr>
              <a:t>A</a:t>
            </a:r>
            <a:r>
              <a:rPr sz="2000" spc="-85" dirty="0">
                <a:latin typeface="+mn-ea"/>
                <a:cs typeface="+mn-ea"/>
              </a:rPr>
              <a:t> </a:t>
            </a:r>
            <a:r>
              <a:rPr sz="2000" spc="-15" dirty="0">
                <a:latin typeface="+mn-ea"/>
                <a:cs typeface="+mn-ea"/>
              </a:rPr>
              <a:t>(</a:t>
            </a:r>
            <a:r>
              <a:rPr sz="2000" spc="5" dirty="0">
                <a:latin typeface="+mn-ea"/>
                <a:cs typeface="+mn-ea"/>
              </a:rPr>
              <a:t>r</a:t>
            </a:r>
            <a:r>
              <a:rPr sz="2000" spc="-20" dirty="0">
                <a:latin typeface="+mn-ea"/>
                <a:cs typeface="+mn-ea"/>
              </a:rPr>
              <a:t>R</a:t>
            </a:r>
            <a:r>
              <a:rPr sz="2000" spc="-11" dirty="0">
                <a:latin typeface="+mn-ea"/>
                <a:cs typeface="+mn-ea"/>
              </a:rPr>
              <a:t>NA</a:t>
            </a:r>
            <a:r>
              <a:rPr sz="2000" spc="-5" dirty="0">
                <a:latin typeface="+mn-ea"/>
                <a:cs typeface="+mn-ea"/>
              </a:rPr>
              <a:t>)</a:t>
            </a:r>
            <a:endParaRPr sz="2000" dirty="0">
              <a:latin typeface="+mn-ea"/>
              <a:cs typeface="+mn-ea"/>
            </a:endParaRPr>
          </a:p>
          <a:p>
            <a:pPr marL="531495" indent="-516255">
              <a:buClr>
                <a:srgbClr val="BF0000"/>
              </a:buClr>
              <a:buFont typeface="Wingdings" panose="05000000000000000000"/>
              <a:buChar char=""/>
              <a:tabLst>
                <a:tab pos="530860" algn="l"/>
                <a:tab pos="531495" algn="l"/>
              </a:tabLst>
            </a:pPr>
            <a:r>
              <a:rPr sz="2000" spc="-5" dirty="0">
                <a:latin typeface="+mn-ea"/>
                <a:cs typeface="+mn-ea"/>
              </a:rPr>
              <a:t>信</a:t>
            </a:r>
            <a:r>
              <a:rPr sz="2000" spc="-11" dirty="0">
                <a:latin typeface="+mn-ea"/>
                <a:cs typeface="+mn-ea"/>
              </a:rPr>
              <a:t>使</a:t>
            </a:r>
            <a:r>
              <a:rPr sz="2000" spc="-5" dirty="0">
                <a:latin typeface="+mn-ea"/>
                <a:cs typeface="+mn-ea"/>
              </a:rPr>
              <a:t>RNA</a:t>
            </a:r>
            <a:r>
              <a:rPr sz="2000" spc="-115" dirty="0">
                <a:latin typeface="+mn-ea"/>
                <a:cs typeface="+mn-ea"/>
              </a:rPr>
              <a:t> </a:t>
            </a:r>
            <a:r>
              <a:rPr sz="2000" spc="-15" dirty="0">
                <a:latin typeface="+mn-ea"/>
                <a:cs typeface="+mn-ea"/>
              </a:rPr>
              <a:t>(mRNA)</a:t>
            </a:r>
            <a:endParaRPr sz="2000" dirty="0">
              <a:latin typeface="+mn-ea"/>
              <a:cs typeface="+mn-ea"/>
            </a:endParaRPr>
          </a:p>
          <a:p>
            <a:pPr marL="531495" indent="-516255">
              <a:buClr>
                <a:srgbClr val="BF0000"/>
              </a:buClr>
              <a:buFont typeface="Wingdings" panose="05000000000000000000"/>
              <a:buChar char=""/>
              <a:tabLst>
                <a:tab pos="530860" algn="l"/>
                <a:tab pos="531495" algn="l"/>
              </a:tabLst>
            </a:pPr>
            <a:r>
              <a:rPr sz="2000" spc="-5" dirty="0">
                <a:latin typeface="+mn-ea"/>
                <a:cs typeface="+mn-ea"/>
              </a:rPr>
              <a:t>转</a:t>
            </a:r>
            <a:r>
              <a:rPr sz="2000" spc="-11" dirty="0">
                <a:latin typeface="+mn-ea"/>
                <a:cs typeface="+mn-ea"/>
              </a:rPr>
              <a:t>运</a:t>
            </a:r>
            <a:r>
              <a:rPr sz="2000" spc="-5" dirty="0">
                <a:latin typeface="+mn-ea"/>
                <a:cs typeface="+mn-ea"/>
              </a:rPr>
              <a:t>RNA</a:t>
            </a:r>
            <a:r>
              <a:rPr sz="2000" spc="-115" dirty="0">
                <a:latin typeface="+mn-ea"/>
                <a:cs typeface="+mn-ea"/>
              </a:rPr>
              <a:t> </a:t>
            </a:r>
            <a:r>
              <a:rPr sz="2000" spc="-11" dirty="0">
                <a:latin typeface="+mn-ea"/>
                <a:cs typeface="+mn-ea"/>
              </a:rPr>
              <a:t>(tRNA)</a:t>
            </a:r>
            <a:endParaRPr sz="2000" dirty="0">
              <a:latin typeface="+mn-ea"/>
              <a:cs typeface="+mn-ea"/>
            </a:endParaRPr>
          </a:p>
          <a:p>
            <a:pPr marL="531495" indent="-516255">
              <a:buClr>
                <a:srgbClr val="BF0000"/>
              </a:buClr>
              <a:buFont typeface="Wingdings" panose="05000000000000000000"/>
              <a:buChar char=""/>
              <a:tabLst>
                <a:tab pos="530860" algn="l"/>
                <a:tab pos="531495" algn="l"/>
              </a:tabLst>
            </a:pPr>
            <a:r>
              <a:rPr sz="2000" spc="-5" dirty="0">
                <a:latin typeface="+mn-ea"/>
                <a:cs typeface="+mn-ea"/>
              </a:rPr>
              <a:t>其它非编</a:t>
            </a:r>
            <a:r>
              <a:rPr sz="2000" spc="-11" dirty="0">
                <a:latin typeface="+mn-ea"/>
                <a:cs typeface="+mn-ea"/>
              </a:rPr>
              <a:t>码</a:t>
            </a:r>
            <a:r>
              <a:rPr sz="2000" spc="-5" dirty="0">
                <a:latin typeface="+mn-ea"/>
                <a:cs typeface="+mn-ea"/>
              </a:rPr>
              <a:t>RNA</a:t>
            </a:r>
            <a:r>
              <a:rPr sz="2000" spc="-105" dirty="0">
                <a:latin typeface="+mn-ea"/>
                <a:cs typeface="+mn-ea"/>
              </a:rPr>
              <a:t> </a:t>
            </a:r>
            <a:r>
              <a:rPr sz="2000" spc="-5" dirty="0">
                <a:latin typeface="+mn-ea"/>
                <a:cs typeface="+mn-ea"/>
              </a:rPr>
              <a:t>(lncRNA,</a:t>
            </a:r>
            <a:r>
              <a:rPr sz="2000" spc="-25" dirty="0">
                <a:latin typeface="+mn-ea"/>
                <a:cs typeface="+mn-ea"/>
              </a:rPr>
              <a:t> </a:t>
            </a:r>
            <a:r>
              <a:rPr sz="2000" spc="-11" dirty="0">
                <a:latin typeface="+mn-ea"/>
                <a:cs typeface="+mn-ea"/>
              </a:rPr>
              <a:t>small</a:t>
            </a:r>
            <a:r>
              <a:rPr sz="2000" dirty="0">
                <a:latin typeface="+mn-ea"/>
                <a:cs typeface="+mn-ea"/>
              </a:rPr>
              <a:t> </a:t>
            </a:r>
            <a:r>
              <a:rPr sz="2000" spc="-5" dirty="0">
                <a:latin typeface="+mn-ea"/>
                <a:cs typeface="+mn-ea"/>
              </a:rPr>
              <a:t>RNA)</a:t>
            </a:r>
            <a:endParaRPr sz="2000" spc="-5" dirty="0">
              <a:latin typeface="+mn-ea"/>
              <a:cs typeface="+mn-ea"/>
            </a:endParaRPr>
          </a:p>
          <a:p>
            <a:pPr marL="12700"/>
            <a:endParaRPr lang="en-US" sz="2000" dirty="0">
              <a:latin typeface="+mn-ea"/>
              <a:cs typeface="+mn-ea"/>
            </a:endParaRPr>
          </a:p>
          <a:p>
            <a:pPr marL="12700"/>
            <a:r>
              <a:rPr lang="en-US" sz="2000" b="1" dirty="0">
                <a:latin typeface="+mn-ea"/>
                <a:cs typeface="+mn-ea"/>
                <a:sym typeface="+mn-ea"/>
              </a:rPr>
              <a:t>3</a:t>
            </a:r>
            <a:r>
              <a:rPr lang="zh-CN" altLang="en-US" sz="2000" b="1" dirty="0">
                <a:latin typeface="+mn-ea"/>
                <a:cs typeface="+mn-ea"/>
                <a:sym typeface="+mn-ea"/>
              </a:rPr>
              <a:t>）</a:t>
            </a:r>
            <a:r>
              <a:rPr sz="2000" b="1" dirty="0" err="1">
                <a:latin typeface="+mn-ea"/>
                <a:cs typeface="+mn-ea"/>
                <a:sym typeface="+mn-ea"/>
              </a:rPr>
              <a:t>按有无p</a:t>
            </a:r>
            <a:r>
              <a:rPr sz="2000" b="1" spc="-20" dirty="0" err="1">
                <a:latin typeface="+mn-ea"/>
                <a:cs typeface="+mn-ea"/>
                <a:sym typeface="+mn-ea"/>
              </a:rPr>
              <a:t>o</a:t>
            </a:r>
            <a:r>
              <a:rPr sz="2000" b="1" dirty="0" err="1">
                <a:latin typeface="+mn-ea"/>
                <a:cs typeface="+mn-ea"/>
                <a:sym typeface="+mn-ea"/>
              </a:rPr>
              <a:t>ly</a:t>
            </a:r>
            <a:r>
              <a:rPr sz="2000" b="1" spc="-5" dirty="0" err="1">
                <a:latin typeface="+mn-ea"/>
                <a:cs typeface="+mn-ea"/>
                <a:sym typeface="+mn-ea"/>
              </a:rPr>
              <a:t>A</a:t>
            </a:r>
            <a:r>
              <a:rPr sz="2000" b="1" dirty="0" err="1">
                <a:latin typeface="+mn-ea"/>
                <a:cs typeface="+mn-ea"/>
                <a:sym typeface="+mn-ea"/>
              </a:rPr>
              <a:t>尾巴分</a:t>
            </a:r>
            <a:r>
              <a:rPr sz="2000" b="1" dirty="0">
                <a:latin typeface="+mn-ea"/>
                <a:cs typeface="+mn-ea"/>
                <a:sym typeface="+mn-ea"/>
              </a:rPr>
              <a:t>：</a:t>
            </a:r>
            <a:endParaRPr sz="2000" b="1" dirty="0">
              <a:latin typeface="+mn-ea"/>
              <a:cs typeface="+mn-ea"/>
            </a:endParaRPr>
          </a:p>
          <a:p>
            <a:pPr marL="563245" indent="-516255">
              <a:buClr>
                <a:srgbClr val="BF0000"/>
              </a:buClr>
              <a:buFont typeface="Wingdings" panose="05000000000000000000"/>
              <a:buChar char=""/>
              <a:tabLst>
                <a:tab pos="562610" algn="l"/>
                <a:tab pos="563245" algn="l"/>
              </a:tabLst>
            </a:pPr>
            <a:r>
              <a:rPr sz="2000" dirty="0">
                <a:latin typeface="+mn-ea"/>
                <a:cs typeface="+mn-ea"/>
                <a:sym typeface="+mn-ea"/>
              </a:rPr>
              <a:t>polyA+</a:t>
            </a:r>
            <a:r>
              <a:rPr sz="2000" spc="-51" dirty="0">
                <a:latin typeface="+mn-ea"/>
                <a:cs typeface="+mn-ea"/>
                <a:sym typeface="+mn-ea"/>
              </a:rPr>
              <a:t> </a:t>
            </a:r>
            <a:r>
              <a:rPr sz="2000" spc="-5" dirty="0">
                <a:latin typeface="+mn-ea"/>
                <a:cs typeface="+mn-ea"/>
                <a:sym typeface="+mn-ea"/>
              </a:rPr>
              <a:t>RNA</a:t>
            </a:r>
            <a:endParaRPr sz="2000" dirty="0">
              <a:latin typeface="+mn-ea"/>
              <a:cs typeface="+mn-ea"/>
            </a:endParaRPr>
          </a:p>
          <a:p>
            <a:pPr marL="563245" indent="-516255">
              <a:buClr>
                <a:srgbClr val="BF0000"/>
              </a:buClr>
              <a:buFont typeface="Wingdings" panose="05000000000000000000"/>
              <a:buChar char=""/>
              <a:tabLst>
                <a:tab pos="562610" algn="l"/>
                <a:tab pos="563245" algn="l"/>
              </a:tabLst>
            </a:pPr>
            <a:r>
              <a:rPr sz="2000" dirty="0">
                <a:latin typeface="+mn-ea"/>
                <a:cs typeface="+mn-ea"/>
                <a:sym typeface="+mn-ea"/>
              </a:rPr>
              <a:t>polyA-</a:t>
            </a:r>
            <a:r>
              <a:rPr sz="2000" spc="-45" dirty="0">
                <a:latin typeface="+mn-ea"/>
                <a:cs typeface="+mn-ea"/>
                <a:sym typeface="+mn-ea"/>
              </a:rPr>
              <a:t> </a:t>
            </a:r>
            <a:r>
              <a:rPr sz="2000" dirty="0">
                <a:latin typeface="+mn-ea"/>
                <a:cs typeface="+mn-ea"/>
                <a:sym typeface="+mn-ea"/>
              </a:rPr>
              <a:t>RNA</a:t>
            </a:r>
            <a:endParaRPr sz="2000" dirty="0">
              <a:latin typeface="+mn-ea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6010" y="1957705"/>
            <a:ext cx="5316855" cy="3445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转录组概述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1.4 转录组的调控</a:t>
            </a:r>
            <a:endParaRPr lang="en-US" altLang="zh-CN"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13" name="object 4"/>
          <p:cNvSpPr txBox="1"/>
          <p:nvPr>
            <p:custDataLst>
              <p:tags r:id="rId1"/>
            </p:custDataLst>
          </p:nvPr>
        </p:nvSpPr>
        <p:spPr>
          <a:xfrm>
            <a:off x="755576" y="1722904"/>
            <a:ext cx="7492113" cy="116967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065" marR="5080">
              <a:lnSpc>
                <a:spcPts val="2470"/>
              </a:lnSpc>
              <a:spcAft>
                <a:spcPts val="1200"/>
              </a:spcAft>
              <a:buClr>
                <a:srgbClr val="BF0000"/>
              </a:buClr>
              <a:buSzPct val="96000"/>
              <a:tabLst>
                <a:tab pos="255270" algn="l"/>
              </a:tabLst>
            </a:pPr>
            <a:r>
              <a:rPr lang="en-US" sz="2400" dirty="0">
                <a:solidFill>
                  <a:srgbClr val="C00000"/>
                </a:solidFill>
                <a:latin typeface="+mn-ea"/>
                <a:cs typeface="+mn-ea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cs typeface="+mn-ea"/>
              </a:rPr>
              <a:t>）转录层面的调控</a:t>
            </a:r>
            <a:endParaRPr lang="en-US" altLang="zh-CN" sz="2400" dirty="0">
              <a:solidFill>
                <a:srgbClr val="C00000"/>
              </a:solidFill>
              <a:latin typeface="+mn-ea"/>
              <a:cs typeface="+mn-ea"/>
            </a:endParaRPr>
          </a:p>
          <a:p>
            <a:pPr marL="12065" marR="5080">
              <a:lnSpc>
                <a:spcPts val="2470"/>
              </a:lnSpc>
              <a:spcAft>
                <a:spcPts val="1200"/>
              </a:spcAft>
              <a:buClr>
                <a:srgbClr val="BF0000"/>
              </a:buClr>
              <a:buSzPct val="96000"/>
              <a:tabLst>
                <a:tab pos="255270" algn="l"/>
              </a:tabLst>
            </a:pPr>
            <a:r>
              <a:rPr sz="2400" dirty="0" err="1">
                <a:latin typeface="+mn-ea"/>
                <a:cs typeface="+mn-ea"/>
              </a:rPr>
              <a:t>一个基因对应多个转录本</a:t>
            </a:r>
            <a:r>
              <a:rPr sz="2400" dirty="0">
                <a:latin typeface="+mn-ea"/>
                <a:cs typeface="+mn-ea"/>
              </a:rPr>
              <a:t>，</a:t>
            </a:r>
            <a:r>
              <a:rPr lang="zh-CN" altLang="en-US" sz="2400" dirty="0">
                <a:latin typeface="+mn-ea"/>
                <a:cs typeface="+mn-ea"/>
              </a:rPr>
              <a:t>对基因表达可产生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cs typeface="+mn-ea"/>
              </a:rPr>
              <a:t>质</a:t>
            </a:r>
            <a:r>
              <a:rPr lang="zh-CN" altLang="en-US" sz="2400" dirty="0">
                <a:latin typeface="+mn-ea"/>
                <a:cs typeface="+mn-ea"/>
              </a:rPr>
              <a:t>或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cs typeface="+mn-ea"/>
              </a:rPr>
              <a:t>量</a:t>
            </a:r>
            <a:r>
              <a:rPr lang="zh-CN" altLang="en-US" sz="2400" dirty="0">
                <a:latin typeface="+mn-ea"/>
                <a:cs typeface="+mn-ea"/>
              </a:rPr>
              <a:t>的改变</a:t>
            </a:r>
            <a:r>
              <a:rPr sz="2400" dirty="0" err="1">
                <a:latin typeface="+mn-ea"/>
                <a:cs typeface="+mn-ea"/>
              </a:rPr>
              <a:t>增加了蛋白质组</a:t>
            </a:r>
            <a:r>
              <a:rPr lang="zh-CN" altLang="en-US" sz="2400" dirty="0">
                <a:latin typeface="+mn-ea"/>
                <a:cs typeface="+mn-ea"/>
              </a:rPr>
              <a:t>的</a:t>
            </a:r>
            <a:r>
              <a:rPr sz="2400" dirty="0" err="1">
                <a:latin typeface="+mn-ea"/>
                <a:cs typeface="+mn-ea"/>
              </a:rPr>
              <a:t>复杂性</a:t>
            </a:r>
            <a:r>
              <a:rPr lang="zh-CN" altLang="en-US" sz="2400" dirty="0">
                <a:latin typeface="+mn-ea"/>
                <a:cs typeface="+mn-ea"/>
              </a:rPr>
              <a:t>；</a:t>
            </a:r>
            <a:endParaRPr lang="en-US" altLang="zh-CN" sz="2400" dirty="0">
              <a:latin typeface="+mn-ea"/>
              <a:cs typeface="+mn-ea"/>
            </a:endParaRPr>
          </a:p>
        </p:txBody>
      </p:sp>
      <p:pic>
        <p:nvPicPr>
          <p:cNvPr id="4" name="object 3"/>
          <p:cNvPicPr/>
          <p:nvPr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308706" y="3664382"/>
            <a:ext cx="2428882" cy="2660347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725083" y="4371480"/>
            <a:ext cx="1972340" cy="577697"/>
            <a:chOff x="672160" y="4603792"/>
            <a:chExt cx="1972340" cy="577697"/>
          </a:xfrm>
        </p:grpSpPr>
        <p:sp>
          <p:nvSpPr>
            <p:cNvPr id="16" name="Rectangle 9"/>
            <p:cNvSpPr/>
            <p:nvPr>
              <p:custDataLst>
                <p:tags r:id="rId4"/>
              </p:custDataLst>
            </p:nvPr>
          </p:nvSpPr>
          <p:spPr>
            <a:xfrm>
              <a:off x="1815523" y="4784627"/>
              <a:ext cx="289814" cy="1607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zh-CN" sz="1200" b="1">
                <a:solidFill>
                  <a:srgbClr val="FFFFFF"/>
                </a:solidFill>
              </a:endParaRPr>
            </a:p>
          </p:txBody>
        </p:sp>
        <p:grpSp>
          <p:nvGrpSpPr>
            <p:cNvPr id="17" name="Group 15"/>
            <p:cNvGrpSpPr/>
            <p:nvPr/>
          </p:nvGrpSpPr>
          <p:grpSpPr bwMode="auto">
            <a:xfrm>
              <a:off x="1525709" y="4603792"/>
              <a:ext cx="282786" cy="177263"/>
              <a:chOff x="4052888" y="5438776"/>
              <a:chExt cx="766760" cy="228600"/>
            </a:xfrm>
          </p:grpSpPr>
          <p:cxnSp>
            <p:nvCxnSpPr>
              <p:cNvPr id="33" name="Straight Connector 12"/>
              <p:cNvCxnSpPr/>
              <p:nvPr>
                <p:custDataLst>
                  <p:tags r:id="rId5"/>
                </p:custDataLst>
              </p:nvPr>
            </p:nvCxnSpPr>
            <p:spPr>
              <a:xfrm flipV="1">
                <a:off x="4052888" y="5438776"/>
                <a:ext cx="380999" cy="2286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14"/>
              <p:cNvCxnSpPr/>
              <p:nvPr>
                <p:custDataLst>
                  <p:tags r:id="rId6"/>
                </p:custDataLst>
              </p:nvPr>
            </p:nvCxnSpPr>
            <p:spPr>
              <a:xfrm rot="10800000">
                <a:off x="4400975" y="5438776"/>
                <a:ext cx="418673" cy="2286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9"/>
            <p:cNvSpPr/>
            <p:nvPr>
              <p:custDataLst>
                <p:tags r:id="rId7"/>
              </p:custDataLst>
            </p:nvPr>
          </p:nvSpPr>
          <p:spPr>
            <a:xfrm>
              <a:off x="672160" y="4784627"/>
              <a:ext cx="289814" cy="1607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zh-CN" sz="1200" b="1">
                <a:solidFill>
                  <a:srgbClr val="FFFFFF"/>
                </a:solidFill>
              </a:endParaRPr>
            </a:p>
          </p:txBody>
        </p:sp>
        <p:sp>
          <p:nvSpPr>
            <p:cNvPr id="19" name="Rectangle 9"/>
            <p:cNvSpPr/>
            <p:nvPr>
              <p:custDataLst>
                <p:tags r:id="rId8"/>
              </p:custDataLst>
            </p:nvPr>
          </p:nvSpPr>
          <p:spPr>
            <a:xfrm>
              <a:off x="1227417" y="4775332"/>
              <a:ext cx="289814" cy="16073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zh-CN" sz="1200" b="1">
                <a:solidFill>
                  <a:srgbClr val="FFFFFF"/>
                </a:solidFill>
              </a:endParaRPr>
            </a:p>
          </p:txBody>
        </p:sp>
        <p:grpSp>
          <p:nvGrpSpPr>
            <p:cNvPr id="6" name="Group 16"/>
            <p:cNvGrpSpPr/>
            <p:nvPr/>
          </p:nvGrpSpPr>
          <p:grpSpPr bwMode="auto">
            <a:xfrm>
              <a:off x="2089242" y="4614918"/>
              <a:ext cx="270579" cy="188346"/>
              <a:chOff x="4085984" y="5424489"/>
              <a:chExt cx="733663" cy="242894"/>
            </a:xfrm>
          </p:grpSpPr>
          <p:cxnSp>
            <p:nvCxnSpPr>
              <p:cNvPr id="31" name="Straight Connector 17"/>
              <p:cNvCxnSpPr/>
              <p:nvPr>
                <p:custDataLst>
                  <p:tags r:id="rId9"/>
                </p:custDataLst>
              </p:nvPr>
            </p:nvCxnSpPr>
            <p:spPr>
              <a:xfrm flipV="1">
                <a:off x="4085984" y="5424489"/>
                <a:ext cx="380999" cy="2286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18"/>
              <p:cNvCxnSpPr/>
              <p:nvPr>
                <p:custDataLst>
                  <p:tags r:id="rId10"/>
                </p:custDataLst>
              </p:nvPr>
            </p:nvCxnSpPr>
            <p:spPr>
              <a:xfrm rot="10800000">
                <a:off x="4466982" y="5424490"/>
                <a:ext cx="352665" cy="24289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Rectangle 9"/>
            <p:cNvSpPr/>
            <p:nvPr>
              <p:custDataLst>
                <p:tags r:id="rId11"/>
              </p:custDataLst>
            </p:nvPr>
          </p:nvSpPr>
          <p:spPr>
            <a:xfrm>
              <a:off x="2354686" y="4792180"/>
              <a:ext cx="289814" cy="1607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zh-CN" sz="1200" b="1">
                <a:solidFill>
                  <a:srgbClr val="FFFFFF"/>
                </a:solidFill>
              </a:endParaRPr>
            </a:p>
          </p:txBody>
        </p:sp>
        <p:grpSp>
          <p:nvGrpSpPr>
            <p:cNvPr id="22" name="Group 16"/>
            <p:cNvGrpSpPr/>
            <p:nvPr/>
          </p:nvGrpSpPr>
          <p:grpSpPr bwMode="auto">
            <a:xfrm flipV="1">
              <a:off x="957324" y="4939429"/>
              <a:ext cx="864000" cy="242060"/>
              <a:chOff x="4085984" y="5424489"/>
              <a:chExt cx="733663" cy="242894"/>
            </a:xfrm>
          </p:grpSpPr>
          <p:cxnSp>
            <p:nvCxnSpPr>
              <p:cNvPr id="29" name="Straight Connector 17"/>
              <p:cNvCxnSpPr/>
              <p:nvPr>
                <p:custDataLst>
                  <p:tags r:id="rId12"/>
                </p:custDataLst>
              </p:nvPr>
            </p:nvCxnSpPr>
            <p:spPr>
              <a:xfrm flipV="1">
                <a:off x="4085984" y="5424489"/>
                <a:ext cx="380999" cy="2286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18"/>
              <p:cNvCxnSpPr/>
              <p:nvPr>
                <p:custDataLst>
                  <p:tags r:id="rId13"/>
                </p:custDataLst>
              </p:nvPr>
            </p:nvCxnSpPr>
            <p:spPr>
              <a:xfrm rot="10800000">
                <a:off x="4466982" y="5424490"/>
                <a:ext cx="352665" cy="24289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/>
            <p:cNvGrpSpPr/>
            <p:nvPr/>
          </p:nvGrpSpPr>
          <p:grpSpPr>
            <a:xfrm>
              <a:off x="672160" y="4631731"/>
              <a:ext cx="216000" cy="144000"/>
              <a:chOff x="224541" y="4807614"/>
              <a:chExt cx="216000" cy="144000"/>
            </a:xfrm>
          </p:grpSpPr>
          <p:cxnSp>
            <p:nvCxnSpPr>
              <p:cNvPr id="27" name="直接连接符 26"/>
              <p:cNvCxnSpPr/>
              <p:nvPr>
                <p:custDataLst>
                  <p:tags r:id="rId14"/>
                </p:custDataLst>
              </p:nvPr>
            </p:nvCxnSpPr>
            <p:spPr>
              <a:xfrm flipV="1">
                <a:off x="224541" y="4807614"/>
                <a:ext cx="0" cy="14400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/>
              <p:nvPr>
                <p:custDataLst>
                  <p:tags r:id="rId15"/>
                </p:custDataLst>
              </p:nvPr>
            </p:nvCxnSpPr>
            <p:spPr>
              <a:xfrm>
                <a:off x="224541" y="4813335"/>
                <a:ext cx="216000" cy="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221666" y="4620423"/>
              <a:ext cx="216000" cy="144000"/>
              <a:chOff x="224541" y="4807614"/>
              <a:chExt cx="216000" cy="144000"/>
            </a:xfrm>
          </p:grpSpPr>
          <p:cxnSp>
            <p:nvCxnSpPr>
              <p:cNvPr id="25" name="直接连接符 24"/>
              <p:cNvCxnSpPr/>
              <p:nvPr>
                <p:custDataLst>
                  <p:tags r:id="rId16"/>
                </p:custDataLst>
              </p:nvPr>
            </p:nvCxnSpPr>
            <p:spPr>
              <a:xfrm flipV="1">
                <a:off x="224541" y="4807614"/>
                <a:ext cx="0" cy="144000"/>
              </a:xfrm>
              <a:prstGeom prst="line">
                <a:avLst/>
              </a:prstGeom>
              <a:ln w="12700">
                <a:solidFill>
                  <a:srgbClr val="C0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/>
              <p:nvPr>
                <p:custDataLst>
                  <p:tags r:id="rId17"/>
                </p:custDataLst>
              </p:nvPr>
            </p:nvCxnSpPr>
            <p:spPr>
              <a:xfrm>
                <a:off x="224541" y="4813335"/>
                <a:ext cx="216000" cy="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Rectangle 9"/>
          <p:cNvSpPr/>
          <p:nvPr>
            <p:custDataLst>
              <p:tags r:id="rId18"/>
            </p:custDataLst>
          </p:nvPr>
        </p:nvSpPr>
        <p:spPr>
          <a:xfrm>
            <a:off x="6974525" y="4712946"/>
            <a:ext cx="289814" cy="160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 sz="1200" b="1">
              <a:solidFill>
                <a:srgbClr val="FFFFFF"/>
              </a:solidFill>
            </a:endParaRPr>
          </a:p>
        </p:txBody>
      </p:sp>
      <p:sp>
        <p:nvSpPr>
          <p:cNvPr id="36" name="Rectangle 9"/>
          <p:cNvSpPr/>
          <p:nvPr>
            <p:custDataLst>
              <p:tags r:id="rId19"/>
            </p:custDataLst>
          </p:nvPr>
        </p:nvSpPr>
        <p:spPr>
          <a:xfrm>
            <a:off x="6408976" y="4712946"/>
            <a:ext cx="289814" cy="160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 sz="1200" b="1">
              <a:solidFill>
                <a:srgbClr val="FFFFFF"/>
              </a:solidFill>
            </a:endParaRPr>
          </a:p>
        </p:txBody>
      </p:sp>
      <p:sp>
        <p:nvSpPr>
          <p:cNvPr id="37" name="Rectangle 9"/>
          <p:cNvSpPr/>
          <p:nvPr>
            <p:custDataLst>
              <p:tags r:id="rId20"/>
            </p:custDataLst>
          </p:nvPr>
        </p:nvSpPr>
        <p:spPr>
          <a:xfrm>
            <a:off x="7513688" y="4720499"/>
            <a:ext cx="216000" cy="160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 sz="1200" b="1">
              <a:solidFill>
                <a:srgbClr val="FFFFFF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6408976" y="4560050"/>
            <a:ext cx="216000" cy="144000"/>
            <a:chOff x="224541" y="4807614"/>
            <a:chExt cx="216000" cy="144000"/>
          </a:xfrm>
        </p:grpSpPr>
        <p:cxnSp>
          <p:nvCxnSpPr>
            <p:cNvPr id="39" name="直接连接符 38"/>
            <p:cNvCxnSpPr/>
            <p:nvPr>
              <p:custDataLst>
                <p:tags r:id="rId21"/>
              </p:custDataLst>
            </p:nvPr>
          </p:nvCxnSpPr>
          <p:spPr>
            <a:xfrm flipV="1">
              <a:off x="224541" y="4807614"/>
              <a:ext cx="0" cy="14400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>
              <p:custDataLst>
                <p:tags r:id="rId22"/>
              </p:custDataLst>
            </p:nvPr>
          </p:nvCxnSpPr>
          <p:spPr>
            <a:xfrm>
              <a:off x="224541" y="4813335"/>
              <a:ext cx="216000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16"/>
          <p:cNvGrpSpPr/>
          <p:nvPr/>
        </p:nvGrpSpPr>
        <p:grpSpPr bwMode="auto">
          <a:xfrm>
            <a:off x="6698790" y="4537058"/>
            <a:ext cx="270579" cy="188346"/>
            <a:chOff x="4085984" y="5424489"/>
            <a:chExt cx="733663" cy="242894"/>
          </a:xfrm>
        </p:grpSpPr>
        <p:cxnSp>
          <p:nvCxnSpPr>
            <p:cNvPr id="42" name="Straight Connector 17"/>
            <p:cNvCxnSpPr/>
            <p:nvPr>
              <p:custDataLst>
                <p:tags r:id="rId23"/>
              </p:custDataLst>
            </p:nvPr>
          </p:nvCxnSpPr>
          <p:spPr>
            <a:xfrm flipV="1">
              <a:off x="4085984" y="5424489"/>
              <a:ext cx="380999" cy="2286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18"/>
            <p:cNvCxnSpPr/>
            <p:nvPr>
              <p:custDataLst>
                <p:tags r:id="rId24"/>
              </p:custDataLst>
            </p:nvPr>
          </p:nvCxnSpPr>
          <p:spPr>
            <a:xfrm rot="10800000">
              <a:off x="4466982" y="5424490"/>
              <a:ext cx="352665" cy="24289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9"/>
          <p:cNvSpPr/>
          <p:nvPr>
            <p:custDataLst>
              <p:tags r:id="rId25"/>
            </p:custDataLst>
          </p:nvPr>
        </p:nvSpPr>
        <p:spPr>
          <a:xfrm>
            <a:off x="7738797" y="4720499"/>
            <a:ext cx="360000" cy="160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 sz="1200" b="1">
              <a:solidFill>
                <a:srgbClr val="FFFFFF"/>
              </a:solidFill>
            </a:endParaRPr>
          </a:p>
        </p:txBody>
      </p:sp>
      <p:sp>
        <p:nvSpPr>
          <p:cNvPr id="45" name="等腰三角形 44"/>
          <p:cNvSpPr/>
          <p:nvPr>
            <p:custDataLst>
              <p:tags r:id="rId26"/>
            </p:custDataLst>
          </p:nvPr>
        </p:nvSpPr>
        <p:spPr>
          <a:xfrm>
            <a:off x="8025510" y="4584522"/>
            <a:ext cx="71438" cy="142876"/>
          </a:xfrm>
          <a:prstGeom prst="triangle">
            <a:avLst/>
          </a:prstGeom>
          <a:solidFill>
            <a:srgbClr val="FF000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等腰三角形 45"/>
          <p:cNvSpPr/>
          <p:nvPr>
            <p:custDataLst>
              <p:tags r:id="rId27"/>
            </p:custDataLst>
          </p:nvPr>
        </p:nvSpPr>
        <p:spPr>
          <a:xfrm>
            <a:off x="7701980" y="4578912"/>
            <a:ext cx="71438" cy="142876"/>
          </a:xfrm>
          <a:prstGeom prst="triangle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>
            <p:custDataLst>
              <p:tags r:id="rId28"/>
            </p:custDataLst>
          </p:nvPr>
        </p:nvSpPr>
        <p:spPr>
          <a:xfrm>
            <a:off x="837949" y="3653835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选择性启动子</a:t>
            </a:r>
            <a:endParaRPr lang="zh-CN" altLang="en-US" sz="2000" b="1" dirty="0"/>
          </a:p>
        </p:txBody>
      </p:sp>
      <p:sp>
        <p:nvSpPr>
          <p:cNvPr id="48" name="矩形 47"/>
          <p:cNvSpPr/>
          <p:nvPr>
            <p:custDataLst>
              <p:tags r:id="rId29"/>
            </p:custDataLst>
          </p:nvPr>
        </p:nvSpPr>
        <p:spPr>
          <a:xfrm>
            <a:off x="4019629" y="3253725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可变剪接</a:t>
            </a:r>
            <a:endParaRPr lang="zh-CN" altLang="en-US" sz="2000" b="1" dirty="0"/>
          </a:p>
        </p:txBody>
      </p:sp>
      <p:sp>
        <p:nvSpPr>
          <p:cNvPr id="49" name="矩形 48"/>
          <p:cNvSpPr/>
          <p:nvPr>
            <p:custDataLst>
              <p:tags r:id="rId30"/>
            </p:custDataLst>
          </p:nvPr>
        </p:nvSpPr>
        <p:spPr>
          <a:xfrm>
            <a:off x="6064632" y="3886739"/>
            <a:ext cx="2507738" cy="3897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marR="5080">
              <a:lnSpc>
                <a:spcPts val="2470"/>
              </a:lnSpc>
              <a:spcBef>
                <a:spcPts val="520"/>
              </a:spcBef>
              <a:buClr>
                <a:srgbClr val="BF0000"/>
              </a:buClr>
              <a:buSzPct val="96000"/>
              <a:tabLst>
                <a:tab pos="255270" algn="l"/>
              </a:tabLst>
            </a:pPr>
            <a:r>
              <a:rPr lang="zh-CN" altLang="en-US" sz="20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选择性多聚</a:t>
            </a:r>
            <a:r>
              <a:rPr lang="zh-CN" altLang="en-US" sz="2000" b="1" spc="-2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腺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苷酸化</a:t>
            </a:r>
            <a:endParaRPr lang="zh-CN" altLang="en-US" sz="20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grpSp>
        <p:nvGrpSpPr>
          <p:cNvPr id="50" name="组合 49"/>
          <p:cNvGrpSpPr>
            <a:grpSpLocks noChangeAspect="1"/>
          </p:cNvGrpSpPr>
          <p:nvPr/>
        </p:nvGrpSpPr>
        <p:grpSpPr>
          <a:xfrm>
            <a:off x="1170207" y="5354434"/>
            <a:ext cx="144000" cy="96000"/>
            <a:chOff x="224541" y="4807614"/>
            <a:chExt cx="216000" cy="144000"/>
          </a:xfrm>
        </p:grpSpPr>
        <p:cxnSp>
          <p:nvCxnSpPr>
            <p:cNvPr id="51" name="直接连接符 50"/>
            <p:cNvCxnSpPr/>
            <p:nvPr>
              <p:custDataLst>
                <p:tags r:id="rId31"/>
              </p:custDataLst>
            </p:nvPr>
          </p:nvCxnSpPr>
          <p:spPr>
            <a:xfrm flipV="1">
              <a:off x="224541" y="4807614"/>
              <a:ext cx="0" cy="14400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>
              <p:custDataLst>
                <p:tags r:id="rId32"/>
              </p:custDataLst>
            </p:nvPr>
          </p:nvCxnSpPr>
          <p:spPr>
            <a:xfrm>
              <a:off x="224541" y="4813335"/>
              <a:ext cx="216000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/>
          <p:cNvGrpSpPr>
            <a:grpSpLocks noChangeAspect="1"/>
          </p:cNvGrpSpPr>
          <p:nvPr/>
        </p:nvGrpSpPr>
        <p:grpSpPr>
          <a:xfrm>
            <a:off x="1168146" y="5502791"/>
            <a:ext cx="144000" cy="96000"/>
            <a:chOff x="224541" y="4807614"/>
            <a:chExt cx="216000" cy="144000"/>
          </a:xfrm>
        </p:grpSpPr>
        <p:cxnSp>
          <p:nvCxnSpPr>
            <p:cNvPr id="54" name="直接连接符 53"/>
            <p:cNvCxnSpPr/>
            <p:nvPr>
              <p:custDataLst>
                <p:tags r:id="rId33"/>
              </p:custDataLst>
            </p:nvPr>
          </p:nvCxnSpPr>
          <p:spPr>
            <a:xfrm flipV="1">
              <a:off x="224541" y="4807614"/>
              <a:ext cx="0" cy="144000"/>
            </a:xfrm>
            <a:prstGeom prst="line">
              <a:avLst/>
            </a:prstGeom>
            <a:ln w="127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>
              <p:custDataLst>
                <p:tags r:id="rId34"/>
              </p:custDataLst>
            </p:nvPr>
          </p:nvCxnSpPr>
          <p:spPr>
            <a:xfrm>
              <a:off x="224541" y="4813335"/>
              <a:ext cx="216000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矩形 55"/>
          <p:cNvSpPr/>
          <p:nvPr>
            <p:custDataLst>
              <p:tags r:id="rId35"/>
            </p:custDataLst>
          </p:nvPr>
        </p:nvSpPr>
        <p:spPr>
          <a:xfrm>
            <a:off x="1268968" y="5334387"/>
            <a:ext cx="80410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转录方向</a:t>
            </a:r>
            <a:endParaRPr lang="zh-CN" altLang="en-US" sz="1100" dirty="0"/>
          </a:p>
        </p:txBody>
      </p:sp>
      <p:sp>
        <p:nvSpPr>
          <p:cNvPr id="9" name="等腰三角形 8"/>
          <p:cNvSpPr/>
          <p:nvPr>
            <p:custDataLst>
              <p:tags r:id="rId36"/>
            </p:custDataLst>
          </p:nvPr>
        </p:nvSpPr>
        <p:spPr>
          <a:xfrm>
            <a:off x="7072139" y="5351275"/>
            <a:ext cx="71438" cy="142876"/>
          </a:xfrm>
          <a:prstGeom prst="triangle">
            <a:avLst/>
          </a:prstGeom>
          <a:solidFill>
            <a:srgbClr val="FF000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>
            <p:custDataLst>
              <p:tags r:id="rId37"/>
            </p:custDataLst>
          </p:nvPr>
        </p:nvSpPr>
        <p:spPr>
          <a:xfrm>
            <a:off x="7189674" y="5345665"/>
            <a:ext cx="71438" cy="142876"/>
          </a:xfrm>
          <a:prstGeom prst="triangle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>
            <p:custDataLst>
              <p:tags r:id="rId38"/>
            </p:custDataLst>
          </p:nvPr>
        </p:nvSpPr>
        <p:spPr>
          <a:xfrm>
            <a:off x="7270614" y="5304547"/>
            <a:ext cx="88517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polyA</a:t>
            </a:r>
            <a:r>
              <a:rPr lang="zh-CN" altLang="en-US" sz="1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位点</a:t>
            </a:r>
            <a:endParaRPr lang="zh-CN" altLang="en-US" sz="1100" dirty="0"/>
          </a:p>
        </p:txBody>
      </p:sp>
      <p:sp>
        <p:nvSpPr>
          <p:cNvPr id="60" name="Rectangle 9"/>
          <p:cNvSpPr/>
          <p:nvPr>
            <p:custDataLst>
              <p:tags r:id="rId39"/>
            </p:custDataLst>
          </p:nvPr>
        </p:nvSpPr>
        <p:spPr>
          <a:xfrm>
            <a:off x="1124431" y="5314902"/>
            <a:ext cx="815071" cy="30060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 sz="1200" b="1">
              <a:solidFill>
                <a:srgbClr val="FFFFFF"/>
              </a:solidFill>
            </a:endParaRPr>
          </a:p>
        </p:txBody>
      </p:sp>
      <p:sp>
        <p:nvSpPr>
          <p:cNvPr id="61" name="Rectangle 9"/>
          <p:cNvSpPr/>
          <p:nvPr>
            <p:custDataLst>
              <p:tags r:id="rId40"/>
            </p:custDataLst>
          </p:nvPr>
        </p:nvSpPr>
        <p:spPr>
          <a:xfrm>
            <a:off x="7031858" y="5310102"/>
            <a:ext cx="963660" cy="2645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 sz="1200" b="1">
              <a:solidFill>
                <a:srgbClr val="FFFFFF"/>
              </a:solidFill>
            </a:endParaRPr>
          </a:p>
        </p:txBody>
      </p:sp>
      <p:cxnSp>
        <p:nvCxnSpPr>
          <p:cNvPr id="62" name="直接连接符 61"/>
          <p:cNvCxnSpPr/>
          <p:nvPr>
            <p:custDataLst>
              <p:tags r:id="rId41"/>
            </p:custDataLst>
          </p:nvPr>
        </p:nvCxnSpPr>
        <p:spPr>
          <a:xfrm>
            <a:off x="7268260" y="4786466"/>
            <a:ext cx="2520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等腰三角形 62"/>
          <p:cNvSpPr/>
          <p:nvPr>
            <p:custDataLst>
              <p:tags r:id="rId42"/>
            </p:custDataLst>
          </p:nvPr>
        </p:nvSpPr>
        <p:spPr>
          <a:xfrm>
            <a:off x="7354313" y="4640825"/>
            <a:ext cx="71438" cy="142876"/>
          </a:xfrm>
          <a:prstGeom prst="triangle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转录组概述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1.5 转录组的调控</a:t>
            </a:r>
            <a:endParaRPr lang="en-US" altLang="zh-CN"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65" name="object 4"/>
          <p:cNvSpPr txBox="1"/>
          <p:nvPr>
            <p:custDataLst>
              <p:tags r:id="rId1"/>
            </p:custDataLst>
          </p:nvPr>
        </p:nvSpPr>
        <p:spPr>
          <a:xfrm>
            <a:off x="751743" y="1723357"/>
            <a:ext cx="7492113" cy="164465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065" marR="5080">
              <a:lnSpc>
                <a:spcPts val="2470"/>
              </a:lnSpc>
              <a:spcAft>
                <a:spcPts val="1200"/>
              </a:spcAft>
              <a:buClr>
                <a:srgbClr val="BF0000"/>
              </a:buClr>
              <a:buSzPct val="96000"/>
              <a:tabLst>
                <a:tab pos="255270" algn="l"/>
              </a:tabLst>
            </a:pPr>
            <a:r>
              <a:rPr lang="en-US" sz="2400" spc="5" dirty="0">
                <a:solidFill>
                  <a:srgbClr val="C00000"/>
                </a:solidFill>
                <a:latin typeface="+mn-ea"/>
                <a:cs typeface="+mn-ea"/>
              </a:rPr>
              <a:t>2</a:t>
            </a:r>
            <a:r>
              <a:rPr lang="zh-CN" altLang="en-US" sz="2400" spc="5" dirty="0">
                <a:solidFill>
                  <a:srgbClr val="C00000"/>
                </a:solidFill>
                <a:latin typeface="+mn-ea"/>
                <a:cs typeface="+mn-ea"/>
              </a:rPr>
              <a:t>）转录后层面的调控</a:t>
            </a:r>
            <a:endParaRPr lang="en-US" altLang="zh-CN" sz="2400" spc="5" dirty="0">
              <a:solidFill>
                <a:srgbClr val="C00000"/>
              </a:solidFill>
              <a:latin typeface="+mn-ea"/>
              <a:cs typeface="+mn-ea"/>
            </a:endParaRPr>
          </a:p>
          <a:p>
            <a:pPr marL="12065" marR="5080">
              <a:lnSpc>
                <a:spcPct val="150000"/>
              </a:lnSpc>
              <a:spcAft>
                <a:spcPts val="1200"/>
              </a:spcAft>
              <a:buClr>
                <a:srgbClr val="BF0000"/>
              </a:buClr>
              <a:buSzPct val="96000"/>
              <a:tabLst>
                <a:tab pos="255270" algn="l"/>
              </a:tabLst>
            </a:pPr>
            <a:r>
              <a:rPr sz="2400" spc="5" dirty="0">
                <a:latin typeface="+mn-ea"/>
                <a:cs typeface="+mn-ea"/>
              </a:rPr>
              <a:t>R</a:t>
            </a:r>
            <a:r>
              <a:rPr sz="2400" spc="-11" dirty="0">
                <a:latin typeface="+mn-ea"/>
                <a:cs typeface="+mn-ea"/>
              </a:rPr>
              <a:t>N</a:t>
            </a:r>
            <a:r>
              <a:rPr sz="2400" spc="-15" dirty="0">
                <a:latin typeface="+mn-ea"/>
                <a:cs typeface="+mn-ea"/>
              </a:rPr>
              <a:t>A</a:t>
            </a:r>
            <a:r>
              <a:rPr sz="2400" dirty="0">
                <a:latin typeface="+mn-ea"/>
                <a:cs typeface="+mn-ea"/>
              </a:rPr>
              <a:t>水平和蛋白质水平的相关性</a:t>
            </a:r>
            <a:r>
              <a:rPr sz="2400" spc="-5" dirty="0">
                <a:latin typeface="+mn-ea"/>
                <a:cs typeface="+mn-ea"/>
              </a:rPr>
              <a:t>：</a:t>
            </a:r>
            <a:r>
              <a:rPr sz="2400" u="sng" dirty="0">
                <a:latin typeface="+mn-ea"/>
                <a:cs typeface="+mn-ea"/>
              </a:rPr>
              <a:t>0.4</a:t>
            </a:r>
            <a:r>
              <a:rPr sz="2400" u="sng" spc="-11" dirty="0">
                <a:latin typeface="+mn-ea"/>
                <a:cs typeface="+mn-ea"/>
              </a:rPr>
              <a:t>-</a:t>
            </a:r>
            <a:r>
              <a:rPr sz="2400" u="sng" dirty="0">
                <a:latin typeface="+mn-ea"/>
                <a:cs typeface="+mn-ea"/>
              </a:rPr>
              <a:t>0.</a:t>
            </a:r>
            <a:r>
              <a:rPr sz="2400" u="sng" spc="15" dirty="0">
                <a:latin typeface="+mn-ea"/>
                <a:cs typeface="+mn-ea"/>
              </a:rPr>
              <a:t>6</a:t>
            </a:r>
            <a:r>
              <a:rPr sz="2400" dirty="0">
                <a:latin typeface="+mn-ea"/>
                <a:cs typeface="+mn-ea"/>
              </a:rPr>
              <a:t>，提示</a:t>
            </a:r>
            <a:r>
              <a:rPr sz="2400" dirty="0">
                <a:solidFill>
                  <a:srgbClr val="C00000"/>
                </a:solidFill>
                <a:latin typeface="+mn-ea"/>
                <a:cs typeface="+mn-ea"/>
              </a:rPr>
              <a:t>转录后调控也非常重要</a:t>
            </a:r>
            <a:r>
              <a:rPr lang="zh-CN" altLang="en-US" sz="2400" dirty="0">
                <a:latin typeface="+mn-ea"/>
                <a:cs typeface="+mn-ea"/>
              </a:rPr>
              <a:t>。</a:t>
            </a:r>
            <a:endParaRPr lang="en-US" altLang="zh-CN" sz="2400" dirty="0">
              <a:latin typeface="+mn-ea"/>
              <a:cs typeface="+mn-ea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 rotWithShape="1">
          <a:blip r:embed="rId2"/>
          <a:srcRect l="4492" t="59559" r="78679" b="17067"/>
          <a:stretch>
            <a:fillRect/>
          </a:stretch>
        </p:blipFill>
        <p:spPr>
          <a:xfrm>
            <a:off x="2660461" y="4053835"/>
            <a:ext cx="1615627" cy="1262210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 rotWithShape="1">
          <a:blip r:embed="rId3"/>
          <a:srcRect l="53303" t="56655" r="37495" b="36732"/>
          <a:stretch>
            <a:fillRect/>
          </a:stretch>
        </p:blipFill>
        <p:spPr>
          <a:xfrm>
            <a:off x="735203" y="4334210"/>
            <a:ext cx="1469768" cy="594069"/>
          </a:xfrm>
          <a:prstGeom prst="rect">
            <a:avLst/>
          </a:prstGeom>
        </p:spPr>
      </p:pic>
      <p:pic>
        <p:nvPicPr>
          <p:cNvPr id="68" name="图片 67"/>
          <p:cNvPicPr>
            <a:picLocks noChangeAspect="1"/>
          </p:cNvPicPr>
          <p:nvPr/>
        </p:nvPicPr>
        <p:blipFill rotWithShape="1">
          <a:blip r:embed="rId4"/>
          <a:srcRect l="35531" t="22518" r="54034" b="58931"/>
          <a:stretch>
            <a:fillRect/>
          </a:stretch>
        </p:blipFill>
        <p:spPr>
          <a:xfrm>
            <a:off x="4776812" y="4108940"/>
            <a:ext cx="1152000" cy="1151999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 rotWithShape="1">
          <a:blip r:embed="rId5"/>
          <a:srcRect l="36745" t="47457" r="55186" b="41218"/>
          <a:stretch>
            <a:fillRect/>
          </a:stretch>
        </p:blipFill>
        <p:spPr>
          <a:xfrm>
            <a:off x="6667379" y="4128545"/>
            <a:ext cx="1140001" cy="900000"/>
          </a:xfrm>
          <a:prstGeom prst="rect">
            <a:avLst/>
          </a:prstGeom>
        </p:spPr>
      </p:pic>
      <p:sp>
        <p:nvSpPr>
          <p:cNvPr id="70" name="矩形 69"/>
          <p:cNvSpPr/>
          <p:nvPr/>
        </p:nvSpPr>
        <p:spPr>
          <a:xfrm>
            <a:off x="697827" y="3656972"/>
            <a:ext cx="15071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spc="-5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miRNA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调控</a:t>
            </a:r>
            <a:endParaRPr lang="zh-CN" altLang="en-US" sz="2000" dirty="0"/>
          </a:p>
        </p:txBody>
      </p:sp>
      <p:sp>
        <p:nvSpPr>
          <p:cNvPr id="71" name="矩形 70"/>
          <p:cNvSpPr/>
          <p:nvPr/>
        </p:nvSpPr>
        <p:spPr>
          <a:xfrm>
            <a:off x="2541908" y="3653725"/>
            <a:ext cx="15536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lncRNA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调控</a:t>
            </a:r>
            <a:endParaRPr lang="zh-CN" altLang="en-US" sz="2000" dirty="0"/>
          </a:p>
        </p:txBody>
      </p:sp>
      <p:sp>
        <p:nvSpPr>
          <p:cNvPr id="72" name="矩形 71"/>
          <p:cNvSpPr/>
          <p:nvPr/>
        </p:nvSpPr>
        <p:spPr>
          <a:xfrm>
            <a:off x="4497799" y="3646899"/>
            <a:ext cx="17565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spc="2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形</a:t>
            </a:r>
            <a:r>
              <a:rPr lang="en-US" altLang="zh-CN" sz="2000" spc="-15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</a:t>
            </a:r>
            <a:r>
              <a:rPr lang="en-US" altLang="zh-CN" sz="2000" spc="15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调控</a:t>
            </a:r>
            <a:endParaRPr lang="zh-CN" altLang="en-US" sz="2000" dirty="0"/>
          </a:p>
        </p:txBody>
      </p:sp>
      <p:sp>
        <p:nvSpPr>
          <p:cNvPr id="73" name="矩形 72"/>
          <p:cNvSpPr/>
          <p:nvPr/>
        </p:nvSpPr>
        <p:spPr>
          <a:xfrm>
            <a:off x="6667379" y="3653725"/>
            <a:ext cx="1258358" cy="412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marR="5080">
              <a:lnSpc>
                <a:spcPts val="2470"/>
              </a:lnSpc>
              <a:spcBef>
                <a:spcPts val="520"/>
              </a:spcBef>
              <a:buClr>
                <a:srgbClr val="BF0000"/>
              </a:buClr>
              <a:buSzPct val="96000"/>
              <a:tabLst>
                <a:tab pos="255270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RNA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修饰</a:t>
            </a:r>
            <a:endParaRPr lang="zh-CN" altLang="en-US" sz="20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2" grpId="0"/>
      <p:bldP spid="7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转录组概述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1.6 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转录组的研究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  <a:p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13" name="object 3"/>
          <p:cNvSpPr txBox="1"/>
          <p:nvPr>
            <p:custDataLst>
              <p:tags r:id="rId1"/>
            </p:custDataLst>
          </p:nvPr>
        </p:nvSpPr>
        <p:spPr>
          <a:xfrm>
            <a:off x="329565" y="1492885"/>
            <a:ext cx="8310880" cy="1735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>
              <a:lnSpc>
                <a:spcPct val="100000"/>
              </a:lnSpc>
              <a:spcAft>
                <a:spcPts val="1200"/>
              </a:spcAft>
              <a:buClr>
                <a:srgbClr val="BF0000"/>
              </a:buClr>
              <a:buSzPct val="96000"/>
              <a:tabLst>
                <a:tab pos="295910" algn="l"/>
              </a:tabLst>
            </a:pPr>
            <a:r>
              <a:rPr sz="2800" b="1" spc="-5" dirty="0" err="1">
                <a:solidFill>
                  <a:srgbClr val="0000FF"/>
                </a:solidFill>
                <a:latin typeface="+mn-ea"/>
                <a:cs typeface="+mn-ea"/>
              </a:rPr>
              <a:t>转</a:t>
            </a:r>
            <a:r>
              <a:rPr sz="2800" b="1" spc="20" dirty="0" err="1">
                <a:solidFill>
                  <a:srgbClr val="0000FF"/>
                </a:solidFill>
                <a:latin typeface="+mn-ea"/>
                <a:cs typeface="+mn-ea"/>
              </a:rPr>
              <a:t>录</a:t>
            </a:r>
            <a:r>
              <a:rPr sz="2800" b="1" spc="-5" dirty="0" err="1">
                <a:solidFill>
                  <a:srgbClr val="0000FF"/>
                </a:solidFill>
                <a:latin typeface="+mn-ea"/>
                <a:cs typeface="+mn-ea"/>
              </a:rPr>
              <a:t>组</a:t>
            </a:r>
            <a:r>
              <a:rPr sz="2800" b="1" spc="20" dirty="0" err="1">
                <a:solidFill>
                  <a:srgbClr val="0000FF"/>
                </a:solidFill>
                <a:latin typeface="+mn-ea"/>
                <a:cs typeface="+mn-ea"/>
              </a:rPr>
              <a:t>学</a:t>
            </a:r>
            <a:r>
              <a:rPr sz="2800" b="1" spc="-5" dirty="0" err="1">
                <a:solidFill>
                  <a:srgbClr val="0000FF"/>
                </a:solidFill>
                <a:latin typeface="+mn-ea"/>
                <a:cs typeface="+mn-ea"/>
              </a:rPr>
              <a:t>（transcriptomics</a:t>
            </a:r>
            <a:r>
              <a:rPr sz="2800" b="1" spc="-5" dirty="0">
                <a:solidFill>
                  <a:srgbClr val="0000FF"/>
                </a:solidFill>
                <a:latin typeface="+mn-ea"/>
                <a:cs typeface="+mn-ea"/>
              </a:rPr>
              <a:t>），</a:t>
            </a:r>
            <a:r>
              <a:rPr sz="2800" spc="-5" dirty="0">
                <a:latin typeface="+mn-ea"/>
                <a:cs typeface="+mn-ea"/>
              </a:rPr>
              <a:t>是一</a:t>
            </a:r>
            <a:r>
              <a:rPr sz="2800" spc="20" dirty="0">
                <a:latin typeface="+mn-ea"/>
                <a:cs typeface="+mn-ea"/>
              </a:rPr>
              <a:t>门</a:t>
            </a:r>
            <a:r>
              <a:rPr sz="2800" spc="-15" dirty="0">
                <a:latin typeface="+mn-ea"/>
                <a:cs typeface="+mn-ea"/>
              </a:rPr>
              <a:t>在</a:t>
            </a:r>
            <a:r>
              <a:rPr sz="2800" spc="-5" dirty="0">
                <a:solidFill>
                  <a:srgbClr val="FF0000"/>
                </a:solidFill>
                <a:latin typeface="+mn-ea"/>
                <a:cs typeface="+mn-ea"/>
              </a:rPr>
              <a:t>整</a:t>
            </a:r>
            <a:r>
              <a:rPr sz="2800" spc="20" dirty="0">
                <a:solidFill>
                  <a:srgbClr val="FF0000"/>
                </a:solidFill>
                <a:latin typeface="+mn-ea"/>
                <a:cs typeface="+mn-ea"/>
              </a:rPr>
              <a:t>体</a:t>
            </a:r>
            <a:r>
              <a:rPr sz="2800" spc="-5" dirty="0">
                <a:solidFill>
                  <a:srgbClr val="FF0000"/>
                </a:solidFill>
                <a:latin typeface="+mn-ea"/>
                <a:cs typeface="+mn-ea"/>
              </a:rPr>
              <a:t>水平</a:t>
            </a:r>
            <a:r>
              <a:rPr sz="2800" spc="5" dirty="0">
                <a:solidFill>
                  <a:srgbClr val="FF0000"/>
                </a:solidFill>
                <a:latin typeface="+mn-ea"/>
                <a:cs typeface="+mn-ea"/>
              </a:rPr>
              <a:t>上</a:t>
            </a:r>
            <a:r>
              <a:rPr sz="2800" spc="-5" dirty="0">
                <a:latin typeface="+mn-ea"/>
                <a:cs typeface="+mn-ea"/>
              </a:rPr>
              <a:t>研究细胞</a:t>
            </a:r>
            <a:r>
              <a:rPr sz="2800" spc="5" dirty="0">
                <a:latin typeface="+mn-ea"/>
                <a:cs typeface="+mn-ea"/>
              </a:rPr>
              <a:t>中</a:t>
            </a:r>
            <a:r>
              <a:rPr sz="2800" spc="-5" dirty="0">
                <a:solidFill>
                  <a:srgbClr val="FF0000"/>
                </a:solidFill>
                <a:latin typeface="+mn-ea"/>
                <a:cs typeface="+mn-ea"/>
              </a:rPr>
              <a:t>基因转录的</a:t>
            </a:r>
            <a:r>
              <a:rPr sz="2800" spc="20" dirty="0">
                <a:solidFill>
                  <a:srgbClr val="FF0000"/>
                </a:solidFill>
                <a:latin typeface="+mn-ea"/>
                <a:cs typeface="+mn-ea"/>
              </a:rPr>
              <a:t>情</a:t>
            </a:r>
            <a:r>
              <a:rPr sz="2800" spc="-5" dirty="0">
                <a:solidFill>
                  <a:srgbClr val="FF0000"/>
                </a:solidFill>
                <a:latin typeface="+mn-ea"/>
                <a:cs typeface="+mn-ea"/>
              </a:rPr>
              <a:t>况及转录调控规律</a:t>
            </a:r>
            <a:r>
              <a:rPr sz="2800" spc="-5" dirty="0">
                <a:latin typeface="+mn-ea"/>
                <a:cs typeface="+mn-ea"/>
              </a:rPr>
              <a:t>的</a:t>
            </a:r>
            <a:r>
              <a:rPr sz="2800" spc="20" dirty="0">
                <a:latin typeface="+mn-ea"/>
                <a:cs typeface="+mn-ea"/>
              </a:rPr>
              <a:t>学</a:t>
            </a:r>
            <a:r>
              <a:rPr sz="2800" spc="-5" dirty="0">
                <a:latin typeface="+mn-ea"/>
                <a:cs typeface="+mn-ea"/>
              </a:rPr>
              <a:t>科</a:t>
            </a:r>
            <a:r>
              <a:rPr sz="2800" spc="20" dirty="0">
                <a:latin typeface="+mn-ea"/>
                <a:cs typeface="+mn-ea"/>
              </a:rPr>
              <a:t>。</a:t>
            </a:r>
            <a:r>
              <a:rPr sz="2800" spc="-5" dirty="0">
                <a:latin typeface="+mn-ea"/>
                <a:cs typeface="+mn-ea"/>
              </a:rPr>
              <a:t>简而言之，转</a:t>
            </a:r>
            <a:r>
              <a:rPr sz="2800" spc="20" dirty="0">
                <a:latin typeface="+mn-ea"/>
                <a:cs typeface="+mn-ea"/>
              </a:rPr>
              <a:t>录</a:t>
            </a:r>
            <a:r>
              <a:rPr sz="2800" spc="-5" dirty="0">
                <a:latin typeface="+mn-ea"/>
                <a:cs typeface="+mn-ea"/>
              </a:rPr>
              <a:t>组学是</a:t>
            </a:r>
            <a:r>
              <a:rPr sz="2800" dirty="0">
                <a:latin typeface="+mn-ea"/>
                <a:cs typeface="+mn-ea"/>
              </a:rPr>
              <a:t>从</a:t>
            </a:r>
            <a:r>
              <a:rPr sz="2800" spc="-10" dirty="0">
                <a:latin typeface="+mn-ea"/>
                <a:cs typeface="+mn-ea"/>
              </a:rPr>
              <a:t>RNA</a:t>
            </a:r>
            <a:r>
              <a:rPr sz="2800" spc="-5" dirty="0">
                <a:latin typeface="+mn-ea"/>
                <a:cs typeface="+mn-ea"/>
              </a:rPr>
              <a:t>水</a:t>
            </a:r>
            <a:r>
              <a:rPr sz="2800" spc="20" dirty="0">
                <a:latin typeface="+mn-ea"/>
                <a:cs typeface="+mn-ea"/>
              </a:rPr>
              <a:t>平</a:t>
            </a:r>
            <a:r>
              <a:rPr sz="2800" spc="-5" dirty="0">
                <a:latin typeface="+mn-ea"/>
                <a:cs typeface="+mn-ea"/>
              </a:rPr>
              <a:t>研究基因表</a:t>
            </a:r>
            <a:r>
              <a:rPr sz="2800" spc="20" dirty="0">
                <a:latin typeface="+mn-ea"/>
                <a:cs typeface="+mn-ea"/>
              </a:rPr>
              <a:t>达</a:t>
            </a:r>
            <a:r>
              <a:rPr sz="2800" spc="-5" dirty="0">
                <a:latin typeface="+mn-ea"/>
                <a:cs typeface="+mn-ea"/>
              </a:rPr>
              <a:t>的情况，是</a:t>
            </a:r>
            <a:r>
              <a:rPr sz="2800" spc="20" dirty="0">
                <a:latin typeface="+mn-ea"/>
                <a:cs typeface="+mn-ea"/>
              </a:rPr>
              <a:t>研</a:t>
            </a:r>
            <a:r>
              <a:rPr sz="2800" spc="-5" dirty="0">
                <a:latin typeface="+mn-ea"/>
                <a:cs typeface="+mn-ea"/>
              </a:rPr>
              <a:t>究细胞表型和功能的一</a:t>
            </a:r>
            <a:r>
              <a:rPr sz="2800" spc="20" dirty="0">
                <a:latin typeface="+mn-ea"/>
                <a:cs typeface="+mn-ea"/>
              </a:rPr>
              <a:t>个</a:t>
            </a:r>
            <a:r>
              <a:rPr sz="2800" spc="-5" dirty="0">
                <a:latin typeface="+mn-ea"/>
                <a:cs typeface="+mn-ea"/>
              </a:rPr>
              <a:t>重要手段。</a:t>
            </a:r>
            <a:endParaRPr sz="2800" spc="-5" dirty="0">
              <a:latin typeface="+mn-ea"/>
              <a:cs typeface="+mn-ea"/>
            </a:endParaRPr>
          </a:p>
        </p:txBody>
      </p:sp>
      <p:grpSp>
        <p:nvGrpSpPr>
          <p:cNvPr id="4" name="object 3"/>
          <p:cNvGrpSpPr/>
          <p:nvPr/>
        </p:nvGrpSpPr>
        <p:grpSpPr>
          <a:xfrm>
            <a:off x="329565" y="3454400"/>
            <a:ext cx="3905885" cy="2797175"/>
            <a:chOff x="4471415" y="2631948"/>
            <a:chExt cx="4711065" cy="3542029"/>
          </a:xfrm>
        </p:grpSpPr>
        <p:pic>
          <p:nvPicPr>
            <p:cNvPr id="7" name="object 4"/>
            <p:cNvPicPr/>
            <p:nvPr>
              <p:custDataLst>
                <p:tags r:id="rId2"/>
              </p:custDataLst>
            </p:nvPr>
          </p:nvPicPr>
          <p:blipFill>
            <a:blip r:embed="rId3" cstate="print"/>
            <a:stretch>
              <a:fillRect/>
            </a:stretch>
          </p:blipFill>
          <p:spPr>
            <a:xfrm>
              <a:off x="4471415" y="2631948"/>
              <a:ext cx="4710683" cy="3541775"/>
            </a:xfrm>
            <a:prstGeom prst="rect">
              <a:avLst/>
            </a:prstGeom>
          </p:spPr>
        </p:pic>
        <p:sp>
          <p:nvSpPr>
            <p:cNvPr id="8" name="object 5"/>
            <p:cNvSpPr/>
            <p:nvPr>
              <p:custDataLst>
                <p:tags r:id="rId4"/>
              </p:custDataLst>
            </p:nvPr>
          </p:nvSpPr>
          <p:spPr>
            <a:xfrm>
              <a:off x="5483351" y="3221736"/>
              <a:ext cx="1096010" cy="279400"/>
            </a:xfrm>
            <a:custGeom>
              <a:avLst/>
              <a:gdLst/>
              <a:ahLst/>
              <a:cxnLst/>
              <a:rect l="l" t="t" r="r" b="b"/>
              <a:pathLst>
                <a:path w="1096009" h="279400">
                  <a:moveTo>
                    <a:pt x="1040892" y="278892"/>
                  </a:moveTo>
                  <a:lnTo>
                    <a:pt x="54864" y="278892"/>
                  </a:lnTo>
                  <a:lnTo>
                    <a:pt x="45720" y="277368"/>
                  </a:lnTo>
                  <a:lnTo>
                    <a:pt x="9144" y="254507"/>
                  </a:lnTo>
                  <a:lnTo>
                    <a:pt x="0" y="224028"/>
                  </a:lnTo>
                  <a:lnTo>
                    <a:pt x="0" y="54864"/>
                  </a:lnTo>
                  <a:lnTo>
                    <a:pt x="24384" y="9144"/>
                  </a:lnTo>
                  <a:lnTo>
                    <a:pt x="54864" y="0"/>
                  </a:lnTo>
                  <a:lnTo>
                    <a:pt x="1040892" y="0"/>
                  </a:lnTo>
                  <a:lnTo>
                    <a:pt x="1086612" y="24384"/>
                  </a:lnTo>
                  <a:lnTo>
                    <a:pt x="1088898" y="28956"/>
                  </a:lnTo>
                  <a:lnTo>
                    <a:pt x="51816" y="28956"/>
                  </a:lnTo>
                  <a:lnTo>
                    <a:pt x="44196" y="30480"/>
                  </a:lnTo>
                  <a:lnTo>
                    <a:pt x="47244" y="30480"/>
                  </a:lnTo>
                  <a:lnTo>
                    <a:pt x="43434" y="32004"/>
                  </a:lnTo>
                  <a:lnTo>
                    <a:pt x="42672" y="32004"/>
                  </a:lnTo>
                  <a:lnTo>
                    <a:pt x="39624" y="33528"/>
                  </a:lnTo>
                  <a:lnTo>
                    <a:pt x="40767" y="33528"/>
                  </a:lnTo>
                  <a:lnTo>
                    <a:pt x="38862" y="35052"/>
                  </a:lnTo>
                  <a:lnTo>
                    <a:pt x="38100" y="35052"/>
                  </a:lnTo>
                  <a:lnTo>
                    <a:pt x="32004" y="41148"/>
                  </a:lnTo>
                  <a:lnTo>
                    <a:pt x="32766" y="41148"/>
                  </a:lnTo>
                  <a:lnTo>
                    <a:pt x="30480" y="45720"/>
                  </a:lnTo>
                  <a:lnTo>
                    <a:pt x="31394" y="45720"/>
                  </a:lnTo>
                  <a:lnTo>
                    <a:pt x="30175" y="48768"/>
                  </a:lnTo>
                  <a:lnTo>
                    <a:pt x="28956" y="48768"/>
                  </a:lnTo>
                  <a:lnTo>
                    <a:pt x="28956" y="230124"/>
                  </a:lnTo>
                  <a:lnTo>
                    <a:pt x="30175" y="230124"/>
                  </a:lnTo>
                  <a:lnTo>
                    <a:pt x="31394" y="233171"/>
                  </a:lnTo>
                  <a:lnTo>
                    <a:pt x="30480" y="233171"/>
                  </a:lnTo>
                  <a:lnTo>
                    <a:pt x="32766" y="237744"/>
                  </a:lnTo>
                  <a:lnTo>
                    <a:pt x="32004" y="237744"/>
                  </a:lnTo>
                  <a:lnTo>
                    <a:pt x="38100" y="243840"/>
                  </a:lnTo>
                  <a:lnTo>
                    <a:pt x="38862" y="243840"/>
                  </a:lnTo>
                  <a:lnTo>
                    <a:pt x="40767" y="245364"/>
                  </a:lnTo>
                  <a:lnTo>
                    <a:pt x="39624" y="245364"/>
                  </a:lnTo>
                  <a:lnTo>
                    <a:pt x="42672" y="246888"/>
                  </a:lnTo>
                  <a:lnTo>
                    <a:pt x="43434" y="246888"/>
                  </a:lnTo>
                  <a:lnTo>
                    <a:pt x="47244" y="248412"/>
                  </a:lnTo>
                  <a:lnTo>
                    <a:pt x="44196" y="248412"/>
                  </a:lnTo>
                  <a:lnTo>
                    <a:pt x="51816" y="249936"/>
                  </a:lnTo>
                  <a:lnTo>
                    <a:pt x="1088898" y="249936"/>
                  </a:lnTo>
                  <a:lnTo>
                    <a:pt x="1086612" y="254507"/>
                  </a:lnTo>
                  <a:lnTo>
                    <a:pt x="1071372" y="269747"/>
                  </a:lnTo>
                  <a:lnTo>
                    <a:pt x="1060704" y="274320"/>
                  </a:lnTo>
                  <a:lnTo>
                    <a:pt x="1050036" y="277368"/>
                  </a:lnTo>
                  <a:lnTo>
                    <a:pt x="1040892" y="278892"/>
                  </a:lnTo>
                  <a:close/>
                </a:path>
                <a:path w="1096009" h="279400">
                  <a:moveTo>
                    <a:pt x="1053846" y="32613"/>
                  </a:moveTo>
                  <a:lnTo>
                    <a:pt x="1048512" y="30480"/>
                  </a:lnTo>
                  <a:lnTo>
                    <a:pt x="1051560" y="30480"/>
                  </a:lnTo>
                  <a:lnTo>
                    <a:pt x="1043940" y="28956"/>
                  </a:lnTo>
                  <a:lnTo>
                    <a:pt x="1088898" y="28956"/>
                  </a:lnTo>
                  <a:lnTo>
                    <a:pt x="1090422" y="32004"/>
                  </a:lnTo>
                  <a:lnTo>
                    <a:pt x="1053084" y="32004"/>
                  </a:lnTo>
                  <a:lnTo>
                    <a:pt x="1053846" y="32613"/>
                  </a:lnTo>
                  <a:close/>
                </a:path>
                <a:path w="1096009" h="279400">
                  <a:moveTo>
                    <a:pt x="39624" y="33528"/>
                  </a:moveTo>
                  <a:lnTo>
                    <a:pt x="42672" y="32004"/>
                  </a:lnTo>
                  <a:lnTo>
                    <a:pt x="41910" y="32613"/>
                  </a:lnTo>
                  <a:lnTo>
                    <a:pt x="39624" y="33528"/>
                  </a:lnTo>
                  <a:close/>
                </a:path>
                <a:path w="1096009" h="279400">
                  <a:moveTo>
                    <a:pt x="41910" y="32613"/>
                  </a:moveTo>
                  <a:lnTo>
                    <a:pt x="42672" y="32004"/>
                  </a:lnTo>
                  <a:lnTo>
                    <a:pt x="43434" y="32004"/>
                  </a:lnTo>
                  <a:lnTo>
                    <a:pt x="41910" y="32613"/>
                  </a:lnTo>
                  <a:close/>
                </a:path>
                <a:path w="1096009" h="279400">
                  <a:moveTo>
                    <a:pt x="1056132" y="33528"/>
                  </a:moveTo>
                  <a:lnTo>
                    <a:pt x="1053846" y="32613"/>
                  </a:lnTo>
                  <a:lnTo>
                    <a:pt x="1053084" y="32004"/>
                  </a:lnTo>
                  <a:lnTo>
                    <a:pt x="1056132" y="33528"/>
                  </a:lnTo>
                  <a:close/>
                </a:path>
                <a:path w="1096009" h="279400">
                  <a:moveTo>
                    <a:pt x="1091184" y="33528"/>
                  </a:moveTo>
                  <a:lnTo>
                    <a:pt x="1056132" y="33528"/>
                  </a:lnTo>
                  <a:lnTo>
                    <a:pt x="1053084" y="32004"/>
                  </a:lnTo>
                  <a:lnTo>
                    <a:pt x="1090422" y="32004"/>
                  </a:lnTo>
                  <a:lnTo>
                    <a:pt x="1091184" y="33528"/>
                  </a:lnTo>
                  <a:close/>
                </a:path>
                <a:path w="1096009" h="279400">
                  <a:moveTo>
                    <a:pt x="1060704" y="38099"/>
                  </a:moveTo>
                  <a:lnTo>
                    <a:pt x="1053846" y="32613"/>
                  </a:lnTo>
                  <a:lnTo>
                    <a:pt x="1056132" y="33528"/>
                  </a:lnTo>
                  <a:lnTo>
                    <a:pt x="1091184" y="33528"/>
                  </a:lnTo>
                  <a:lnTo>
                    <a:pt x="1091619" y="35052"/>
                  </a:lnTo>
                  <a:lnTo>
                    <a:pt x="1057656" y="35052"/>
                  </a:lnTo>
                  <a:lnTo>
                    <a:pt x="1060704" y="38099"/>
                  </a:lnTo>
                  <a:close/>
                </a:path>
                <a:path w="1096009" h="279400">
                  <a:moveTo>
                    <a:pt x="40767" y="33528"/>
                  </a:moveTo>
                  <a:lnTo>
                    <a:pt x="39624" y="33528"/>
                  </a:lnTo>
                  <a:lnTo>
                    <a:pt x="41910" y="32613"/>
                  </a:lnTo>
                  <a:lnTo>
                    <a:pt x="40767" y="33528"/>
                  </a:lnTo>
                  <a:close/>
                </a:path>
                <a:path w="1096009" h="279400">
                  <a:moveTo>
                    <a:pt x="35052" y="38100"/>
                  </a:moveTo>
                  <a:lnTo>
                    <a:pt x="38100" y="35052"/>
                  </a:lnTo>
                  <a:lnTo>
                    <a:pt x="38862" y="35052"/>
                  </a:lnTo>
                  <a:lnTo>
                    <a:pt x="35052" y="38100"/>
                  </a:lnTo>
                  <a:close/>
                </a:path>
                <a:path w="1096009" h="279400">
                  <a:moveTo>
                    <a:pt x="1092490" y="38100"/>
                  </a:moveTo>
                  <a:lnTo>
                    <a:pt x="1060704" y="38099"/>
                  </a:lnTo>
                  <a:lnTo>
                    <a:pt x="1057656" y="35052"/>
                  </a:lnTo>
                  <a:lnTo>
                    <a:pt x="1091619" y="35052"/>
                  </a:lnTo>
                  <a:lnTo>
                    <a:pt x="1092490" y="38100"/>
                  </a:lnTo>
                  <a:close/>
                </a:path>
                <a:path w="1096009" h="279400">
                  <a:moveTo>
                    <a:pt x="1093361" y="41148"/>
                  </a:moveTo>
                  <a:lnTo>
                    <a:pt x="1063752" y="41148"/>
                  </a:lnTo>
                  <a:lnTo>
                    <a:pt x="1060704" y="38099"/>
                  </a:lnTo>
                  <a:lnTo>
                    <a:pt x="1092490" y="38100"/>
                  </a:lnTo>
                  <a:lnTo>
                    <a:pt x="1093361" y="41148"/>
                  </a:lnTo>
                  <a:close/>
                </a:path>
                <a:path w="1096009" h="279400">
                  <a:moveTo>
                    <a:pt x="32766" y="41148"/>
                  </a:moveTo>
                  <a:lnTo>
                    <a:pt x="32004" y="41148"/>
                  </a:lnTo>
                  <a:lnTo>
                    <a:pt x="33528" y="39624"/>
                  </a:lnTo>
                  <a:lnTo>
                    <a:pt x="32766" y="41148"/>
                  </a:lnTo>
                  <a:close/>
                </a:path>
                <a:path w="1096009" h="279400">
                  <a:moveTo>
                    <a:pt x="1094667" y="47244"/>
                  </a:moveTo>
                  <a:lnTo>
                    <a:pt x="1065275" y="47244"/>
                  </a:lnTo>
                  <a:lnTo>
                    <a:pt x="1062228" y="39624"/>
                  </a:lnTo>
                  <a:lnTo>
                    <a:pt x="1063752" y="41148"/>
                  </a:lnTo>
                  <a:lnTo>
                    <a:pt x="1093361" y="41148"/>
                  </a:lnTo>
                  <a:lnTo>
                    <a:pt x="1094232" y="44196"/>
                  </a:lnTo>
                  <a:lnTo>
                    <a:pt x="1094667" y="47244"/>
                  </a:lnTo>
                  <a:close/>
                </a:path>
                <a:path w="1096009" h="279400">
                  <a:moveTo>
                    <a:pt x="31394" y="45720"/>
                  </a:moveTo>
                  <a:lnTo>
                    <a:pt x="30480" y="45720"/>
                  </a:lnTo>
                  <a:lnTo>
                    <a:pt x="32004" y="44196"/>
                  </a:lnTo>
                  <a:lnTo>
                    <a:pt x="31394" y="45720"/>
                  </a:lnTo>
                  <a:close/>
                </a:path>
                <a:path w="1096009" h="279400">
                  <a:moveTo>
                    <a:pt x="1066800" y="51816"/>
                  </a:moveTo>
                  <a:lnTo>
                    <a:pt x="1063752" y="44196"/>
                  </a:lnTo>
                  <a:lnTo>
                    <a:pt x="1065275" y="47244"/>
                  </a:lnTo>
                  <a:lnTo>
                    <a:pt x="1094667" y="47244"/>
                  </a:lnTo>
                  <a:lnTo>
                    <a:pt x="1094885" y="48768"/>
                  </a:lnTo>
                  <a:lnTo>
                    <a:pt x="1066800" y="48768"/>
                  </a:lnTo>
                  <a:lnTo>
                    <a:pt x="1066800" y="51816"/>
                  </a:lnTo>
                  <a:close/>
                </a:path>
                <a:path w="1096009" h="279400">
                  <a:moveTo>
                    <a:pt x="28956" y="51816"/>
                  </a:moveTo>
                  <a:lnTo>
                    <a:pt x="28956" y="48768"/>
                  </a:lnTo>
                  <a:lnTo>
                    <a:pt x="30175" y="48768"/>
                  </a:lnTo>
                  <a:lnTo>
                    <a:pt x="28956" y="51816"/>
                  </a:lnTo>
                  <a:close/>
                </a:path>
                <a:path w="1096009" h="279400">
                  <a:moveTo>
                    <a:pt x="1094885" y="230124"/>
                  </a:moveTo>
                  <a:lnTo>
                    <a:pt x="1066800" y="230124"/>
                  </a:lnTo>
                  <a:lnTo>
                    <a:pt x="1066800" y="48768"/>
                  </a:lnTo>
                  <a:lnTo>
                    <a:pt x="1094885" y="48768"/>
                  </a:lnTo>
                  <a:lnTo>
                    <a:pt x="1095756" y="54864"/>
                  </a:lnTo>
                  <a:lnTo>
                    <a:pt x="1095756" y="224028"/>
                  </a:lnTo>
                  <a:lnTo>
                    <a:pt x="1094885" y="230124"/>
                  </a:lnTo>
                  <a:close/>
                </a:path>
                <a:path w="1096009" h="279400">
                  <a:moveTo>
                    <a:pt x="30175" y="230124"/>
                  </a:moveTo>
                  <a:lnTo>
                    <a:pt x="28956" y="230124"/>
                  </a:lnTo>
                  <a:lnTo>
                    <a:pt x="28956" y="227076"/>
                  </a:lnTo>
                  <a:lnTo>
                    <a:pt x="30175" y="230124"/>
                  </a:lnTo>
                  <a:close/>
                </a:path>
                <a:path w="1096009" h="279400">
                  <a:moveTo>
                    <a:pt x="1063752" y="234695"/>
                  </a:moveTo>
                  <a:lnTo>
                    <a:pt x="1066800" y="227076"/>
                  </a:lnTo>
                  <a:lnTo>
                    <a:pt x="1066800" y="230124"/>
                  </a:lnTo>
                  <a:lnTo>
                    <a:pt x="1094885" y="230124"/>
                  </a:lnTo>
                  <a:lnTo>
                    <a:pt x="1094667" y="231647"/>
                  </a:lnTo>
                  <a:lnTo>
                    <a:pt x="1065275" y="231647"/>
                  </a:lnTo>
                  <a:lnTo>
                    <a:pt x="1063752" y="234695"/>
                  </a:lnTo>
                  <a:close/>
                </a:path>
                <a:path w="1096009" h="279400">
                  <a:moveTo>
                    <a:pt x="1062228" y="239268"/>
                  </a:moveTo>
                  <a:lnTo>
                    <a:pt x="1065275" y="231647"/>
                  </a:lnTo>
                  <a:lnTo>
                    <a:pt x="1094667" y="231647"/>
                  </a:lnTo>
                  <a:lnTo>
                    <a:pt x="1094232" y="234695"/>
                  </a:lnTo>
                  <a:lnTo>
                    <a:pt x="1093361" y="237744"/>
                  </a:lnTo>
                  <a:lnTo>
                    <a:pt x="1063752" y="237744"/>
                  </a:lnTo>
                  <a:lnTo>
                    <a:pt x="1062228" y="239268"/>
                  </a:lnTo>
                  <a:close/>
                </a:path>
                <a:path w="1096009" h="279400">
                  <a:moveTo>
                    <a:pt x="32004" y="234695"/>
                  </a:moveTo>
                  <a:lnTo>
                    <a:pt x="30480" y="233171"/>
                  </a:lnTo>
                  <a:lnTo>
                    <a:pt x="31394" y="233171"/>
                  </a:lnTo>
                  <a:lnTo>
                    <a:pt x="32004" y="234695"/>
                  </a:lnTo>
                  <a:close/>
                </a:path>
                <a:path w="1096009" h="279400">
                  <a:moveTo>
                    <a:pt x="33527" y="239268"/>
                  </a:moveTo>
                  <a:lnTo>
                    <a:pt x="32004" y="237744"/>
                  </a:lnTo>
                  <a:lnTo>
                    <a:pt x="32766" y="237744"/>
                  </a:lnTo>
                  <a:lnTo>
                    <a:pt x="33527" y="239268"/>
                  </a:lnTo>
                  <a:close/>
                </a:path>
                <a:path w="1096009" h="279400">
                  <a:moveTo>
                    <a:pt x="1091619" y="243840"/>
                  </a:moveTo>
                  <a:lnTo>
                    <a:pt x="1057656" y="243840"/>
                  </a:lnTo>
                  <a:lnTo>
                    <a:pt x="1063752" y="237744"/>
                  </a:lnTo>
                  <a:lnTo>
                    <a:pt x="1093361" y="237744"/>
                  </a:lnTo>
                  <a:lnTo>
                    <a:pt x="1091619" y="243840"/>
                  </a:lnTo>
                  <a:close/>
                </a:path>
                <a:path w="1096009" h="279400">
                  <a:moveTo>
                    <a:pt x="38862" y="243840"/>
                  </a:moveTo>
                  <a:lnTo>
                    <a:pt x="38100" y="243840"/>
                  </a:lnTo>
                  <a:lnTo>
                    <a:pt x="35052" y="240792"/>
                  </a:lnTo>
                  <a:lnTo>
                    <a:pt x="38862" y="243840"/>
                  </a:lnTo>
                  <a:close/>
                </a:path>
                <a:path w="1096009" h="279400">
                  <a:moveTo>
                    <a:pt x="1053846" y="246278"/>
                  </a:moveTo>
                  <a:lnTo>
                    <a:pt x="1060704" y="240792"/>
                  </a:lnTo>
                  <a:lnTo>
                    <a:pt x="1057656" y="243840"/>
                  </a:lnTo>
                  <a:lnTo>
                    <a:pt x="1091619" y="243840"/>
                  </a:lnTo>
                  <a:lnTo>
                    <a:pt x="1091184" y="245364"/>
                  </a:lnTo>
                  <a:lnTo>
                    <a:pt x="1056132" y="245364"/>
                  </a:lnTo>
                  <a:lnTo>
                    <a:pt x="1053846" y="246278"/>
                  </a:lnTo>
                  <a:close/>
                </a:path>
                <a:path w="1096009" h="279400">
                  <a:moveTo>
                    <a:pt x="42672" y="246888"/>
                  </a:moveTo>
                  <a:lnTo>
                    <a:pt x="39624" y="245364"/>
                  </a:lnTo>
                  <a:lnTo>
                    <a:pt x="41910" y="246278"/>
                  </a:lnTo>
                  <a:lnTo>
                    <a:pt x="42672" y="246888"/>
                  </a:lnTo>
                  <a:close/>
                </a:path>
                <a:path w="1096009" h="279400">
                  <a:moveTo>
                    <a:pt x="41910" y="246278"/>
                  </a:moveTo>
                  <a:lnTo>
                    <a:pt x="39624" y="245364"/>
                  </a:lnTo>
                  <a:lnTo>
                    <a:pt x="40767" y="245364"/>
                  </a:lnTo>
                  <a:lnTo>
                    <a:pt x="41910" y="246278"/>
                  </a:lnTo>
                  <a:close/>
                </a:path>
                <a:path w="1096009" h="279400">
                  <a:moveTo>
                    <a:pt x="1053084" y="246888"/>
                  </a:moveTo>
                  <a:lnTo>
                    <a:pt x="1053846" y="246278"/>
                  </a:lnTo>
                  <a:lnTo>
                    <a:pt x="1056132" y="245364"/>
                  </a:lnTo>
                  <a:lnTo>
                    <a:pt x="1053084" y="246888"/>
                  </a:lnTo>
                  <a:close/>
                </a:path>
                <a:path w="1096009" h="279400">
                  <a:moveTo>
                    <a:pt x="1090422" y="246888"/>
                  </a:moveTo>
                  <a:lnTo>
                    <a:pt x="1053084" y="246888"/>
                  </a:lnTo>
                  <a:lnTo>
                    <a:pt x="1056132" y="245364"/>
                  </a:lnTo>
                  <a:lnTo>
                    <a:pt x="1091184" y="245364"/>
                  </a:lnTo>
                  <a:lnTo>
                    <a:pt x="1090422" y="246888"/>
                  </a:lnTo>
                  <a:close/>
                </a:path>
                <a:path w="1096009" h="279400">
                  <a:moveTo>
                    <a:pt x="43434" y="246888"/>
                  </a:moveTo>
                  <a:lnTo>
                    <a:pt x="42672" y="246888"/>
                  </a:lnTo>
                  <a:lnTo>
                    <a:pt x="41910" y="246278"/>
                  </a:lnTo>
                  <a:lnTo>
                    <a:pt x="43434" y="246888"/>
                  </a:lnTo>
                  <a:close/>
                </a:path>
                <a:path w="1096009" h="279400">
                  <a:moveTo>
                    <a:pt x="1088898" y="249936"/>
                  </a:moveTo>
                  <a:lnTo>
                    <a:pt x="1043940" y="249936"/>
                  </a:lnTo>
                  <a:lnTo>
                    <a:pt x="1051560" y="248412"/>
                  </a:lnTo>
                  <a:lnTo>
                    <a:pt x="1048512" y="248412"/>
                  </a:lnTo>
                  <a:lnTo>
                    <a:pt x="1053846" y="246278"/>
                  </a:lnTo>
                  <a:lnTo>
                    <a:pt x="1053084" y="246888"/>
                  </a:lnTo>
                  <a:lnTo>
                    <a:pt x="1090422" y="246888"/>
                  </a:lnTo>
                  <a:lnTo>
                    <a:pt x="1088898" y="24993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7"/>
          <p:cNvSpPr txBox="1"/>
          <p:nvPr/>
        </p:nvSpPr>
        <p:spPr>
          <a:xfrm>
            <a:off x="4323715" y="4967605"/>
            <a:ext cx="4712970" cy="163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 err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/>
              </a:rPr>
              <a:t>分子表型</a:t>
            </a:r>
            <a:r>
              <a:rPr lang="zh-CN" altLang="en-US" sz="28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/>
              </a:rPr>
              <a:t>促进宏观表型的认识</a:t>
            </a:r>
            <a:endParaRPr lang="zh-CN" altLang="en-US" sz="2800" b="1" dirty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800" b="1" dirty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/>
              </a:rPr>
              <a:t>例</a:t>
            </a:r>
            <a:r>
              <a:rPr lang="en-US" altLang="zh-CN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/>
              </a:rPr>
              <a:t>：</a:t>
            </a:r>
            <a:r>
              <a:rPr lang="en-US" altLang="zh-CN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/>
              </a:rPr>
              <a:t>APOBEC3B</a:t>
            </a:r>
            <a:r>
              <a:rPr lang="zh-CN" altLang="en-US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/>
              </a:rPr>
              <a:t>高表达</a:t>
            </a:r>
            <a:r>
              <a:rPr lang="zh-CN" altLang="en-US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/>
              </a:rPr>
              <a:t>肺癌患者</a:t>
            </a:r>
            <a:r>
              <a:rPr lang="zh-CN" altLang="en-US" b="1" dirty="0">
                <a:solidFill>
                  <a:srgbClr val="7030A0"/>
                </a:solidFill>
                <a:latin typeface="宋体" pitchFamily="2" charset="-122"/>
                <a:ea typeface="宋体" pitchFamily="2" charset="-122"/>
                <a:cs typeface="宋体"/>
              </a:rPr>
              <a:t>更容易从免疫治疗中受益</a:t>
            </a:r>
            <a:endParaRPr lang="zh-CN" altLang="en-US" b="1" dirty="0">
              <a:solidFill>
                <a:srgbClr val="7030A0"/>
              </a:solidFill>
              <a:latin typeface="宋体" pitchFamily="2" charset="-122"/>
              <a:ea typeface="宋体" pitchFamily="2" charset="-122"/>
              <a:cs typeface="宋体"/>
            </a:endParaRPr>
          </a:p>
        </p:txBody>
      </p:sp>
      <p:sp>
        <p:nvSpPr>
          <p:cNvPr id="10" name="object 7"/>
          <p:cNvSpPr txBox="1"/>
          <p:nvPr/>
        </p:nvSpPr>
        <p:spPr>
          <a:xfrm>
            <a:off x="4470400" y="4437380"/>
            <a:ext cx="4419600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基因型—</a:t>
            </a:r>
            <a:r>
              <a:rPr sz="2800" b="1" dirty="0">
                <a:latin typeface="宋体"/>
                <a:cs typeface="宋体"/>
              </a:rPr>
              <a:t>分子表型</a:t>
            </a:r>
            <a:r>
              <a:rPr sz="2400" dirty="0">
                <a:latin typeface="宋体"/>
                <a:cs typeface="宋体"/>
              </a:rPr>
              <a:t>—宏观表型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27855" y="3717290"/>
            <a:ext cx="1554480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</a:rPr>
              <a:t>遗传基础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68035" y="3717290"/>
            <a:ext cx="1554480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</a:rPr>
              <a:t>分子改变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52360" y="3717290"/>
            <a:ext cx="1554480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</a:rPr>
              <a:t>性状改变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14" name="下箭头 13"/>
          <p:cNvSpPr/>
          <p:nvPr/>
        </p:nvSpPr>
        <p:spPr>
          <a:xfrm>
            <a:off x="4787900" y="4138295"/>
            <a:ext cx="288290" cy="28829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6336030" y="4138295"/>
            <a:ext cx="288290" cy="28829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884160" y="4138295"/>
            <a:ext cx="288290" cy="28829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5" grpId="0"/>
      <p:bldP spid="6" grpId="0"/>
      <p:bldP spid="11" grpId="0"/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转录组概述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1.7 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转录组的意义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  <a:p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3779912" y="1628800"/>
            <a:ext cx="4496077" cy="4067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65" marR="5080" algn="just">
              <a:lnSpc>
                <a:spcPct val="99000"/>
              </a:lnSpc>
              <a:spcBef>
                <a:spcPts val="135"/>
              </a:spcBef>
              <a:buClr>
                <a:srgbClr val="BF0000"/>
              </a:buClr>
              <a:buSzPct val="96000"/>
              <a:tabLst>
                <a:tab pos="295910" algn="l"/>
              </a:tabLst>
            </a:pPr>
            <a:r>
              <a:rPr lang="en-US" altLang="zh-CN" sz="2200" spc="-5" dirty="0">
                <a:latin typeface="+mn-ea"/>
                <a:cs typeface="+mn-ea"/>
              </a:rPr>
              <a:t>1</a:t>
            </a:r>
            <a:r>
              <a:rPr lang="zh-CN" altLang="en-US" sz="2200" spc="-5" dirty="0">
                <a:latin typeface="+mn-ea"/>
                <a:cs typeface="+mn-ea"/>
              </a:rPr>
              <a:t>）转录组包含</a:t>
            </a:r>
            <a:r>
              <a:rPr lang="zh-CN" altLang="en-US" sz="2200" spc="-10" dirty="0">
                <a:latin typeface="+mn-ea"/>
                <a:cs typeface="+mn-ea"/>
              </a:rPr>
              <a:t>了</a:t>
            </a:r>
            <a:r>
              <a:rPr lang="zh-CN" altLang="en-US" sz="2200" b="1" spc="-5" dirty="0">
                <a:solidFill>
                  <a:srgbClr val="C00000"/>
                </a:solidFill>
                <a:latin typeface="+mn-ea"/>
                <a:cs typeface="+mn-ea"/>
              </a:rPr>
              <a:t>时间和空间</a:t>
            </a:r>
            <a:r>
              <a:rPr lang="zh-CN" altLang="en-US" sz="2200" b="1" spc="20" dirty="0">
                <a:solidFill>
                  <a:srgbClr val="C00000"/>
                </a:solidFill>
                <a:latin typeface="+mn-ea"/>
                <a:cs typeface="+mn-ea"/>
              </a:rPr>
              <a:t>的</a:t>
            </a:r>
            <a:r>
              <a:rPr lang="zh-CN" altLang="en-US" sz="2200" b="1" spc="-5" dirty="0">
                <a:solidFill>
                  <a:srgbClr val="C00000"/>
                </a:solidFill>
                <a:latin typeface="+mn-ea"/>
                <a:cs typeface="+mn-ea"/>
              </a:rPr>
              <a:t>内涵</a:t>
            </a:r>
            <a:r>
              <a:rPr lang="zh-CN" altLang="en-US" sz="2200" spc="-5" dirty="0">
                <a:latin typeface="+mn-ea"/>
                <a:cs typeface="+mn-ea"/>
              </a:rPr>
              <a:t>。同一细胞</a:t>
            </a:r>
            <a:r>
              <a:rPr lang="zh-CN" altLang="en-US" sz="2200" spc="20" dirty="0">
                <a:latin typeface="+mn-ea"/>
                <a:cs typeface="+mn-ea"/>
              </a:rPr>
              <a:t>在</a:t>
            </a:r>
            <a:r>
              <a:rPr lang="zh-CN" altLang="en-US" sz="2200" spc="-5" dirty="0">
                <a:latin typeface="+mn-ea"/>
                <a:cs typeface="+mn-ea"/>
              </a:rPr>
              <a:t>不同的生长时期及生长环境</a:t>
            </a:r>
            <a:r>
              <a:rPr lang="zh-CN" altLang="en-US" sz="2200" spc="20" dirty="0">
                <a:latin typeface="+mn-ea"/>
                <a:cs typeface="+mn-ea"/>
              </a:rPr>
              <a:t>下</a:t>
            </a:r>
            <a:r>
              <a:rPr lang="zh-CN" altLang="en-US" sz="2200" spc="-5" dirty="0">
                <a:latin typeface="+mn-ea"/>
                <a:cs typeface="+mn-ea"/>
              </a:rPr>
              <a:t>，其基因表达情</a:t>
            </a:r>
            <a:r>
              <a:rPr lang="zh-CN" altLang="en-US" sz="2200" spc="20" dirty="0">
                <a:latin typeface="+mn-ea"/>
                <a:cs typeface="+mn-ea"/>
              </a:rPr>
              <a:t>况</a:t>
            </a:r>
            <a:r>
              <a:rPr lang="zh-CN" altLang="en-US" sz="2200" spc="-5" dirty="0">
                <a:latin typeface="+mn-ea"/>
                <a:cs typeface="+mn-ea"/>
              </a:rPr>
              <a:t>是不完全相同的，具有多样性和特异性的特点。</a:t>
            </a:r>
            <a:endParaRPr lang="zh-CN" altLang="en-US" sz="2200" dirty="0">
              <a:latin typeface="+mn-ea"/>
              <a:cs typeface="+mn-ea"/>
            </a:endParaRPr>
          </a:p>
          <a:p>
            <a:pPr marL="12065" marR="5080" algn="just">
              <a:lnSpc>
                <a:spcPct val="99000"/>
              </a:lnSpc>
              <a:spcBef>
                <a:spcPts val="135"/>
              </a:spcBef>
              <a:buClr>
                <a:srgbClr val="BF0000"/>
              </a:buClr>
              <a:buSzPct val="96000"/>
              <a:tabLst>
                <a:tab pos="295910" algn="l"/>
              </a:tabLst>
            </a:pPr>
            <a:endParaRPr lang="en-US" sz="2200" spc="105" dirty="0">
              <a:latin typeface="+mn-ea"/>
              <a:cs typeface="+mn-ea"/>
            </a:endParaRPr>
          </a:p>
          <a:p>
            <a:pPr marL="12065" marR="5080">
              <a:lnSpc>
                <a:spcPct val="99000"/>
              </a:lnSpc>
              <a:spcBef>
                <a:spcPts val="135"/>
              </a:spcBef>
              <a:buClr>
                <a:srgbClr val="BF0000"/>
              </a:buClr>
              <a:buSzPct val="96000"/>
              <a:tabLst>
                <a:tab pos="295910" algn="l"/>
              </a:tabLst>
            </a:pPr>
            <a:r>
              <a:rPr lang="en-US" sz="2200" spc="105" dirty="0">
                <a:latin typeface="+mn-ea"/>
                <a:cs typeface="+mn-ea"/>
              </a:rPr>
              <a:t>2</a:t>
            </a:r>
            <a:r>
              <a:rPr lang="zh-CN" altLang="en-US" sz="2200" spc="105" dirty="0">
                <a:latin typeface="+mn-ea"/>
                <a:cs typeface="+mn-ea"/>
              </a:rPr>
              <a:t>）</a:t>
            </a:r>
            <a:r>
              <a:rPr sz="2200" spc="105" dirty="0" err="1">
                <a:latin typeface="+mn-ea"/>
                <a:cs typeface="+mn-ea"/>
              </a:rPr>
              <a:t>转</a:t>
            </a:r>
            <a:r>
              <a:rPr sz="2200" spc="130" dirty="0" err="1">
                <a:latin typeface="+mn-ea"/>
                <a:cs typeface="+mn-ea"/>
              </a:rPr>
              <a:t>录</a:t>
            </a:r>
            <a:r>
              <a:rPr sz="2200" spc="105" dirty="0" err="1">
                <a:latin typeface="+mn-ea"/>
                <a:cs typeface="+mn-ea"/>
              </a:rPr>
              <a:t>组</a:t>
            </a:r>
            <a:r>
              <a:rPr lang="zh-CN" altLang="en-US" sz="2200" spc="105" dirty="0">
                <a:latin typeface="+mn-ea"/>
                <a:cs typeface="+mn-ea"/>
              </a:rPr>
              <a:t>研究</a:t>
            </a:r>
            <a:r>
              <a:rPr sz="2200" spc="105" dirty="0">
                <a:latin typeface="+mn-ea"/>
                <a:cs typeface="+mn-ea"/>
              </a:rPr>
              <a:t>可</a:t>
            </a:r>
            <a:r>
              <a:rPr sz="2200" spc="130" dirty="0">
                <a:latin typeface="+mn-ea"/>
                <a:cs typeface="+mn-ea"/>
              </a:rPr>
              <a:t>以</a:t>
            </a:r>
            <a:r>
              <a:rPr sz="2200" spc="105" dirty="0">
                <a:solidFill>
                  <a:srgbClr val="0000FF"/>
                </a:solidFill>
                <a:latin typeface="+mn-ea"/>
                <a:cs typeface="+mn-ea"/>
              </a:rPr>
              <a:t>提供</a:t>
            </a:r>
            <a:r>
              <a:rPr sz="2200" spc="130" dirty="0">
                <a:solidFill>
                  <a:srgbClr val="0000FF"/>
                </a:solidFill>
                <a:latin typeface="+mn-ea"/>
                <a:cs typeface="+mn-ea"/>
              </a:rPr>
              <a:t>什</a:t>
            </a:r>
            <a:r>
              <a:rPr sz="2200" spc="105" dirty="0">
                <a:solidFill>
                  <a:srgbClr val="0000FF"/>
                </a:solidFill>
                <a:latin typeface="+mn-ea"/>
                <a:cs typeface="+mn-ea"/>
              </a:rPr>
              <a:t>么条</a:t>
            </a:r>
            <a:r>
              <a:rPr sz="2200" spc="130" dirty="0">
                <a:solidFill>
                  <a:srgbClr val="0000FF"/>
                </a:solidFill>
                <a:latin typeface="+mn-ea"/>
                <a:cs typeface="+mn-ea"/>
              </a:rPr>
              <a:t>件</a:t>
            </a:r>
            <a:r>
              <a:rPr sz="2200" spc="105" dirty="0">
                <a:solidFill>
                  <a:srgbClr val="0000FF"/>
                </a:solidFill>
                <a:latin typeface="+mn-ea"/>
                <a:cs typeface="+mn-ea"/>
              </a:rPr>
              <a:t>下什么</a:t>
            </a:r>
            <a:r>
              <a:rPr sz="2200" spc="130" dirty="0">
                <a:solidFill>
                  <a:srgbClr val="0000FF"/>
                </a:solidFill>
                <a:latin typeface="+mn-ea"/>
                <a:cs typeface="+mn-ea"/>
              </a:rPr>
              <a:t>基</a:t>
            </a:r>
            <a:r>
              <a:rPr sz="2200" spc="105" dirty="0">
                <a:solidFill>
                  <a:srgbClr val="0000FF"/>
                </a:solidFill>
                <a:latin typeface="+mn-ea"/>
                <a:cs typeface="+mn-ea"/>
              </a:rPr>
              <a:t>因表</a:t>
            </a:r>
            <a:r>
              <a:rPr sz="2200" spc="130" dirty="0">
                <a:solidFill>
                  <a:srgbClr val="0000FF"/>
                </a:solidFill>
                <a:latin typeface="+mn-ea"/>
                <a:cs typeface="+mn-ea"/>
              </a:rPr>
              <a:t>达</a:t>
            </a:r>
            <a:r>
              <a:rPr sz="2200" spc="105" dirty="0">
                <a:solidFill>
                  <a:srgbClr val="0000FF"/>
                </a:solidFill>
                <a:latin typeface="+mn-ea"/>
                <a:cs typeface="+mn-ea"/>
              </a:rPr>
              <a:t>的</a:t>
            </a:r>
            <a:r>
              <a:rPr sz="2200" spc="-5" dirty="0">
                <a:solidFill>
                  <a:srgbClr val="0000FF"/>
                </a:solidFill>
                <a:latin typeface="+mn-ea"/>
                <a:cs typeface="+mn-ea"/>
              </a:rPr>
              <a:t>信</a:t>
            </a:r>
            <a:r>
              <a:rPr sz="2200" spc="130" dirty="0">
                <a:solidFill>
                  <a:srgbClr val="0000FF"/>
                </a:solidFill>
                <a:latin typeface="+mn-ea"/>
                <a:cs typeface="+mn-ea"/>
              </a:rPr>
              <a:t>息</a:t>
            </a:r>
            <a:r>
              <a:rPr sz="2200" spc="160" dirty="0">
                <a:latin typeface="+mn-ea"/>
                <a:cs typeface="+mn-ea"/>
              </a:rPr>
              <a:t>，</a:t>
            </a:r>
            <a:r>
              <a:rPr sz="2200" spc="130" dirty="0">
                <a:latin typeface="+mn-ea"/>
                <a:cs typeface="+mn-ea"/>
              </a:rPr>
              <a:t>并</a:t>
            </a:r>
            <a:r>
              <a:rPr sz="2200" spc="105" dirty="0">
                <a:latin typeface="+mn-ea"/>
                <a:cs typeface="+mn-ea"/>
              </a:rPr>
              <a:t>据</a:t>
            </a:r>
            <a:r>
              <a:rPr sz="2200" spc="145" dirty="0">
                <a:latin typeface="+mn-ea"/>
                <a:cs typeface="+mn-ea"/>
              </a:rPr>
              <a:t>此</a:t>
            </a:r>
            <a:r>
              <a:rPr sz="2200" b="1" spc="130" dirty="0">
                <a:solidFill>
                  <a:srgbClr val="BF0000"/>
                </a:solidFill>
                <a:latin typeface="+mn-ea"/>
                <a:cs typeface="+mn-ea"/>
              </a:rPr>
              <a:t>推</a:t>
            </a:r>
            <a:r>
              <a:rPr sz="2200" b="1" spc="160" dirty="0">
                <a:solidFill>
                  <a:srgbClr val="BF0000"/>
                </a:solidFill>
                <a:latin typeface="+mn-ea"/>
                <a:cs typeface="+mn-ea"/>
              </a:rPr>
              <a:t>断</a:t>
            </a:r>
            <a:r>
              <a:rPr sz="2200" b="1" spc="105" dirty="0">
                <a:solidFill>
                  <a:srgbClr val="BF0000"/>
                </a:solidFill>
                <a:latin typeface="+mn-ea"/>
                <a:cs typeface="+mn-ea"/>
              </a:rPr>
              <a:t>相</a:t>
            </a:r>
            <a:r>
              <a:rPr sz="2200" b="1" spc="130" dirty="0">
                <a:solidFill>
                  <a:srgbClr val="BF0000"/>
                </a:solidFill>
                <a:latin typeface="+mn-ea"/>
                <a:cs typeface="+mn-ea"/>
              </a:rPr>
              <a:t>应未知基因</a:t>
            </a:r>
            <a:r>
              <a:rPr sz="2200" b="1" spc="160" dirty="0">
                <a:solidFill>
                  <a:srgbClr val="BF0000"/>
                </a:solidFill>
                <a:latin typeface="+mn-ea"/>
                <a:cs typeface="+mn-ea"/>
              </a:rPr>
              <a:t>的</a:t>
            </a:r>
            <a:r>
              <a:rPr sz="2200" b="1" spc="130" dirty="0">
                <a:solidFill>
                  <a:srgbClr val="BF0000"/>
                </a:solidFill>
                <a:latin typeface="+mn-ea"/>
                <a:cs typeface="+mn-ea"/>
              </a:rPr>
              <a:t>功</a:t>
            </a:r>
            <a:r>
              <a:rPr sz="2200" b="1" spc="114" dirty="0">
                <a:solidFill>
                  <a:srgbClr val="BF0000"/>
                </a:solidFill>
                <a:latin typeface="+mn-ea"/>
                <a:cs typeface="+mn-ea"/>
              </a:rPr>
              <a:t>能</a:t>
            </a:r>
            <a:r>
              <a:rPr sz="2200" spc="130" dirty="0">
                <a:latin typeface="+mn-ea"/>
                <a:cs typeface="+mn-ea"/>
              </a:rPr>
              <a:t>，揭</a:t>
            </a:r>
            <a:r>
              <a:rPr sz="2200" spc="160" dirty="0">
                <a:latin typeface="+mn-ea"/>
                <a:cs typeface="+mn-ea"/>
              </a:rPr>
              <a:t>示</a:t>
            </a:r>
            <a:r>
              <a:rPr sz="2200" spc="105" dirty="0">
                <a:latin typeface="+mn-ea"/>
                <a:cs typeface="+mn-ea"/>
              </a:rPr>
              <a:t>特</a:t>
            </a:r>
            <a:r>
              <a:rPr sz="2200" spc="-5" dirty="0">
                <a:latin typeface="+mn-ea"/>
                <a:cs typeface="+mn-ea"/>
              </a:rPr>
              <a:t>定</a:t>
            </a:r>
            <a:r>
              <a:rPr sz="2200" spc="130" dirty="0">
                <a:latin typeface="+mn-ea"/>
                <a:cs typeface="+mn-ea"/>
              </a:rPr>
              <a:t>调</a:t>
            </a:r>
            <a:r>
              <a:rPr sz="2200" spc="160" dirty="0">
                <a:latin typeface="+mn-ea"/>
                <a:cs typeface="+mn-ea"/>
              </a:rPr>
              <a:t>节</a:t>
            </a:r>
            <a:r>
              <a:rPr sz="2200" spc="130" dirty="0">
                <a:latin typeface="+mn-ea"/>
                <a:cs typeface="+mn-ea"/>
              </a:rPr>
              <a:t>基</a:t>
            </a:r>
            <a:r>
              <a:rPr sz="2200" spc="105" dirty="0">
                <a:latin typeface="+mn-ea"/>
                <a:cs typeface="+mn-ea"/>
              </a:rPr>
              <a:t>因</a:t>
            </a:r>
            <a:r>
              <a:rPr sz="2200" spc="130" dirty="0">
                <a:latin typeface="+mn-ea"/>
                <a:cs typeface="+mn-ea"/>
              </a:rPr>
              <a:t>的作</a:t>
            </a:r>
            <a:r>
              <a:rPr sz="2200" spc="160" dirty="0">
                <a:latin typeface="+mn-ea"/>
                <a:cs typeface="+mn-ea"/>
              </a:rPr>
              <a:t>用</a:t>
            </a:r>
            <a:r>
              <a:rPr sz="2200" spc="130" dirty="0">
                <a:latin typeface="+mn-ea"/>
                <a:cs typeface="+mn-ea"/>
              </a:rPr>
              <a:t>机制。通过这种基于基因表达</a:t>
            </a:r>
            <a:r>
              <a:rPr sz="2200" spc="-5" dirty="0">
                <a:latin typeface="+mn-ea"/>
                <a:cs typeface="+mn-ea"/>
              </a:rPr>
              <a:t>谱</a:t>
            </a:r>
            <a:r>
              <a:rPr sz="2200" spc="130" dirty="0">
                <a:latin typeface="+mn-ea"/>
                <a:cs typeface="+mn-ea"/>
              </a:rPr>
              <a:t>的</a:t>
            </a:r>
            <a:r>
              <a:rPr sz="2200" spc="160" dirty="0">
                <a:latin typeface="+mn-ea"/>
                <a:cs typeface="+mn-ea"/>
              </a:rPr>
              <a:t>分</a:t>
            </a:r>
            <a:r>
              <a:rPr sz="2200" spc="130" dirty="0">
                <a:latin typeface="+mn-ea"/>
                <a:cs typeface="+mn-ea"/>
              </a:rPr>
              <a:t>子</a:t>
            </a:r>
            <a:r>
              <a:rPr sz="2200" spc="105" dirty="0">
                <a:latin typeface="+mn-ea"/>
                <a:cs typeface="+mn-ea"/>
              </a:rPr>
              <a:t>标</a:t>
            </a:r>
            <a:r>
              <a:rPr sz="2200" spc="130" dirty="0">
                <a:latin typeface="+mn-ea"/>
                <a:cs typeface="+mn-ea"/>
              </a:rPr>
              <a:t>签，</a:t>
            </a:r>
            <a:r>
              <a:rPr sz="2200" spc="160" dirty="0">
                <a:latin typeface="+mn-ea"/>
                <a:cs typeface="+mn-ea"/>
              </a:rPr>
              <a:t>不</a:t>
            </a:r>
            <a:r>
              <a:rPr sz="2200" spc="130" dirty="0">
                <a:latin typeface="+mn-ea"/>
                <a:cs typeface="+mn-ea"/>
              </a:rPr>
              <a:t>仅可</a:t>
            </a:r>
            <a:r>
              <a:rPr sz="2200" spc="125" dirty="0">
                <a:latin typeface="+mn-ea"/>
                <a:cs typeface="+mn-ea"/>
              </a:rPr>
              <a:t>以</a:t>
            </a:r>
            <a:r>
              <a:rPr sz="2200" b="1" spc="130" dirty="0">
                <a:solidFill>
                  <a:srgbClr val="BF0000"/>
                </a:solidFill>
                <a:latin typeface="+mn-ea"/>
                <a:cs typeface="+mn-ea"/>
              </a:rPr>
              <a:t>辨别细胞的表型归</a:t>
            </a:r>
            <a:r>
              <a:rPr sz="2200" b="1" spc="150" dirty="0">
                <a:solidFill>
                  <a:srgbClr val="BF0000"/>
                </a:solidFill>
                <a:latin typeface="+mn-ea"/>
                <a:cs typeface="+mn-ea"/>
              </a:rPr>
              <a:t>属</a:t>
            </a:r>
            <a:r>
              <a:rPr sz="2200" spc="130" dirty="0">
                <a:latin typeface="+mn-ea"/>
                <a:cs typeface="+mn-ea"/>
              </a:rPr>
              <a:t>，</a:t>
            </a:r>
            <a:r>
              <a:rPr sz="2200" spc="-5" dirty="0">
                <a:latin typeface="+mn-ea"/>
                <a:cs typeface="+mn-ea"/>
              </a:rPr>
              <a:t>还可</a:t>
            </a:r>
            <a:r>
              <a:rPr sz="2200" spc="5" dirty="0">
                <a:latin typeface="+mn-ea"/>
                <a:cs typeface="+mn-ea"/>
              </a:rPr>
              <a:t>以</a:t>
            </a:r>
            <a:r>
              <a:rPr sz="2200" b="1" spc="-5" dirty="0">
                <a:solidFill>
                  <a:srgbClr val="BF0000"/>
                </a:solidFill>
                <a:latin typeface="+mn-ea"/>
                <a:cs typeface="+mn-ea"/>
              </a:rPr>
              <a:t>用于</a:t>
            </a:r>
            <a:r>
              <a:rPr sz="2200" b="1" spc="20" dirty="0">
                <a:solidFill>
                  <a:srgbClr val="BF0000"/>
                </a:solidFill>
                <a:latin typeface="+mn-ea"/>
                <a:cs typeface="+mn-ea"/>
              </a:rPr>
              <a:t>疾</a:t>
            </a:r>
            <a:r>
              <a:rPr sz="2200" b="1" spc="-5" dirty="0">
                <a:solidFill>
                  <a:srgbClr val="BF0000"/>
                </a:solidFill>
                <a:latin typeface="+mn-ea"/>
                <a:cs typeface="+mn-ea"/>
              </a:rPr>
              <a:t>病的诊断</a:t>
            </a:r>
            <a:r>
              <a:rPr sz="2200" spc="-5" dirty="0">
                <a:latin typeface="+mn-ea"/>
                <a:cs typeface="+mn-ea"/>
              </a:rPr>
              <a:t>。</a:t>
            </a:r>
            <a:endParaRPr sz="2200" dirty="0">
              <a:latin typeface="+mn-ea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26197" y="5801508"/>
            <a:ext cx="670750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2800" b="1" spc="20" dirty="0">
                <a:solidFill>
                  <a:srgbClr val="0000FF"/>
                </a:solidFill>
                <a:ea typeface="宋体" charset="0"/>
                <a:cs typeface="+mn-lt"/>
              </a:rPr>
              <a:t>RNA</a:t>
            </a:r>
            <a:r>
              <a:rPr lang="zh-CN" altLang="en-US" sz="2800" b="1" spc="20" dirty="0">
                <a:solidFill>
                  <a:srgbClr val="0000FF"/>
                </a:solidFill>
                <a:ea typeface="宋体" charset="0"/>
                <a:cs typeface="+mn-lt"/>
              </a:rPr>
              <a:t>的动态变化可以作为一种分子表型。</a:t>
            </a:r>
            <a:endParaRPr lang="zh-CN" altLang="en-US" sz="2800" b="1" spc="-5" dirty="0">
              <a:solidFill>
                <a:srgbClr val="0000FF"/>
              </a:solidFill>
              <a:ea typeface="宋体" charset="0"/>
              <a:cs typeface="+mn-lt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1597458" y="4615333"/>
            <a:ext cx="1004157" cy="42073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1606805" y="2317220"/>
            <a:ext cx="1004157" cy="42073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1701235" y="2305157"/>
            <a:ext cx="970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DNA</a:t>
            </a:r>
            <a:endParaRPr lang="zh-CN" altLang="en-US" sz="2400" dirty="0">
              <a:latin typeface="Times New Roman" panose="02020503050405090304" pitchFamily="18" charset="0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1572209" y="4568742"/>
            <a:ext cx="1164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蛋白质</a:t>
            </a:r>
            <a:endParaRPr lang="zh-CN" altLang="en-US" sz="2400" dirty="0">
              <a:latin typeface="Times New Roman" panose="02020503050405090304" pitchFamily="18" charset="0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cxnSp>
        <p:nvCxnSpPr>
          <p:cNvPr id="19" name="直接箭头连接符 18"/>
          <p:cNvCxnSpPr/>
          <p:nvPr>
            <p:custDataLst>
              <p:tags r:id="rId5"/>
            </p:custDataLst>
          </p:nvPr>
        </p:nvCxnSpPr>
        <p:spPr>
          <a:xfrm>
            <a:off x="2018194" y="2798860"/>
            <a:ext cx="0" cy="4389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>
            <p:custDataLst>
              <p:tags r:id="rId6"/>
            </p:custDataLst>
          </p:nvPr>
        </p:nvCxnSpPr>
        <p:spPr>
          <a:xfrm flipV="1">
            <a:off x="2170594" y="2782963"/>
            <a:ext cx="0" cy="438958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>
            <p:custDataLst>
              <p:tags r:id="rId7"/>
            </p:custDataLst>
          </p:nvPr>
        </p:nvCxnSpPr>
        <p:spPr>
          <a:xfrm>
            <a:off x="2108884" y="4140544"/>
            <a:ext cx="0" cy="4389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1349221" y="2817776"/>
            <a:ext cx="745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转录</a:t>
            </a:r>
            <a:endParaRPr lang="zh-CN" altLang="en-US" sz="2000" dirty="0">
              <a:latin typeface="Times New Roman" panose="02020503050405090304" pitchFamily="18" charset="0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1744272" y="1891418"/>
            <a:ext cx="925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复制</a:t>
            </a:r>
            <a:endParaRPr lang="zh-CN" altLang="en-US" sz="2000" dirty="0">
              <a:latin typeface="Times New Roman" panose="02020503050405090304" pitchFamily="18" charset="0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0"/>
            </p:custDataLst>
          </p:nvPr>
        </p:nvSpPr>
        <p:spPr>
          <a:xfrm>
            <a:off x="1391759" y="4165567"/>
            <a:ext cx="7470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翻译</a:t>
            </a:r>
            <a:endParaRPr lang="zh-CN" altLang="en-US" sz="2000" dirty="0">
              <a:latin typeface="Times New Roman" panose="02020503050405090304" pitchFamily="18" charset="0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1"/>
            </p:custDataLst>
          </p:nvPr>
        </p:nvCxnSpPr>
        <p:spPr>
          <a:xfrm flipH="1">
            <a:off x="1226197" y="2542361"/>
            <a:ext cx="33658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2"/>
            </p:custDataLst>
          </p:nvPr>
        </p:nvCxnSpPr>
        <p:spPr>
          <a:xfrm rot="16200000" flipH="1">
            <a:off x="998742" y="2314902"/>
            <a:ext cx="468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3"/>
            </p:custDataLst>
          </p:nvPr>
        </p:nvCxnSpPr>
        <p:spPr>
          <a:xfrm flipH="1">
            <a:off x="1232741" y="2088899"/>
            <a:ext cx="648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4"/>
            </p:custDataLst>
          </p:nvPr>
        </p:nvSpPr>
        <p:spPr>
          <a:xfrm>
            <a:off x="2273439" y="2817776"/>
            <a:ext cx="1018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逆转录</a:t>
            </a:r>
            <a:endParaRPr lang="zh-CN" altLang="en-US" sz="2000" dirty="0">
              <a:latin typeface="Times New Roman" panose="02020503050405090304" pitchFamily="18" charset="0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15"/>
            </p:custDataLst>
          </p:nvPr>
        </p:nvCxnSpPr>
        <p:spPr>
          <a:xfrm rot="16200000" flipH="1">
            <a:off x="2751017" y="2311796"/>
            <a:ext cx="468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16"/>
            </p:custDataLst>
          </p:nvPr>
        </p:nvCxnSpPr>
        <p:spPr>
          <a:xfrm flipH="1">
            <a:off x="2337018" y="2085793"/>
            <a:ext cx="648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>
            <p:custDataLst>
              <p:tags r:id="rId17"/>
            </p:custDataLst>
          </p:nvPr>
        </p:nvCxnSpPr>
        <p:spPr>
          <a:xfrm flipH="1">
            <a:off x="2652104" y="2552028"/>
            <a:ext cx="3384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>
            <p:custDataLst>
              <p:tags r:id="rId18"/>
            </p:custDataLst>
          </p:nvPr>
        </p:nvSpPr>
        <p:spPr>
          <a:xfrm>
            <a:off x="1606805" y="3666639"/>
            <a:ext cx="1004157" cy="420736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19"/>
            </p:custDataLst>
          </p:nvPr>
        </p:nvSpPr>
        <p:spPr>
          <a:xfrm>
            <a:off x="1701235" y="3654576"/>
            <a:ext cx="970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RNA</a:t>
            </a:r>
            <a:endParaRPr lang="zh-CN" altLang="en-US" sz="2400" dirty="0">
              <a:latin typeface="Times New Roman" panose="02020503050405090304" pitchFamily="18" charset="0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20"/>
            </p:custDataLst>
          </p:nvPr>
        </p:nvSpPr>
        <p:spPr>
          <a:xfrm>
            <a:off x="1744272" y="3240837"/>
            <a:ext cx="925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503050405090304" pitchFamily="18" charset="0"/>
                <a:ea typeface="楷体" panose="02010609060101010101" pitchFamily="49" charset="-122"/>
                <a:cs typeface="Times New Roman" panose="02020503050405090304" pitchFamily="18" charset="0"/>
              </a:rPr>
              <a:t>复制</a:t>
            </a:r>
            <a:endParaRPr lang="zh-CN" altLang="en-US" sz="2000" dirty="0">
              <a:latin typeface="Times New Roman" panose="02020503050405090304" pitchFamily="18" charset="0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cxnSp>
        <p:nvCxnSpPr>
          <p:cNvPr id="36" name="直接连接符 35"/>
          <p:cNvCxnSpPr/>
          <p:nvPr>
            <p:custDataLst>
              <p:tags r:id="rId21"/>
            </p:custDataLst>
          </p:nvPr>
        </p:nvCxnSpPr>
        <p:spPr>
          <a:xfrm flipH="1">
            <a:off x="1226197" y="3891780"/>
            <a:ext cx="336586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>
            <p:custDataLst>
              <p:tags r:id="rId22"/>
            </p:custDataLst>
          </p:nvPr>
        </p:nvCxnSpPr>
        <p:spPr>
          <a:xfrm rot="16200000" flipH="1">
            <a:off x="998742" y="3664321"/>
            <a:ext cx="468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23"/>
            </p:custDataLst>
          </p:nvPr>
        </p:nvCxnSpPr>
        <p:spPr>
          <a:xfrm flipH="1">
            <a:off x="1232741" y="3438318"/>
            <a:ext cx="648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24"/>
            </p:custDataLst>
          </p:nvPr>
        </p:nvCxnSpPr>
        <p:spPr>
          <a:xfrm rot="16200000" flipH="1">
            <a:off x="2751017" y="3661215"/>
            <a:ext cx="468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5"/>
            </p:custDataLst>
          </p:nvPr>
        </p:nvCxnSpPr>
        <p:spPr>
          <a:xfrm flipH="1">
            <a:off x="2337018" y="3435212"/>
            <a:ext cx="648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>
            <p:custDataLst>
              <p:tags r:id="rId26"/>
            </p:custDataLst>
          </p:nvPr>
        </p:nvCxnSpPr>
        <p:spPr>
          <a:xfrm flipH="1">
            <a:off x="2652104" y="3901447"/>
            <a:ext cx="338400" cy="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转录组概述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584073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1.8 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转录组测序技术的发展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  <a:p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59840" y="1649095"/>
            <a:ext cx="6184900" cy="3121025"/>
            <a:chOff x="720" y="2477"/>
            <a:chExt cx="11778" cy="5944"/>
          </a:xfrm>
        </p:grpSpPr>
        <p:pic>
          <p:nvPicPr>
            <p:cNvPr id="41" name="object 5"/>
            <p:cNvPicPr/>
            <p:nvPr>
              <p:custDataLst>
                <p:tags r:id="rId1"/>
              </p:custDataLst>
            </p:nvPr>
          </p:nvPicPr>
          <p:blipFill>
            <a:blip r:embed="rId2" cstate="print"/>
            <a:stretch>
              <a:fillRect/>
            </a:stretch>
          </p:blipFill>
          <p:spPr>
            <a:xfrm>
              <a:off x="720" y="2851"/>
              <a:ext cx="11778" cy="5571"/>
            </a:xfrm>
            <a:prstGeom prst="rect">
              <a:avLst/>
            </a:prstGeom>
          </p:spPr>
        </p:pic>
        <p:sp>
          <p:nvSpPr>
            <p:cNvPr id="42" name="object 6"/>
            <p:cNvSpPr/>
            <p:nvPr>
              <p:custDataLst>
                <p:tags r:id="rId3"/>
              </p:custDataLst>
            </p:nvPr>
          </p:nvSpPr>
          <p:spPr>
            <a:xfrm>
              <a:off x="1034" y="2477"/>
              <a:ext cx="8611" cy="590"/>
            </a:xfrm>
            <a:custGeom>
              <a:avLst/>
              <a:gdLst/>
              <a:ahLst/>
              <a:cxnLst/>
              <a:rect l="l" t="t" r="r" b="b"/>
              <a:pathLst>
                <a:path w="6195059" h="416560">
                  <a:moveTo>
                    <a:pt x="401320" y="215900"/>
                  </a:moveTo>
                  <a:lnTo>
                    <a:pt x="300990" y="215900"/>
                  </a:lnTo>
                  <a:lnTo>
                    <a:pt x="300990" y="0"/>
                  </a:lnTo>
                  <a:lnTo>
                    <a:pt x="100330" y="0"/>
                  </a:lnTo>
                  <a:lnTo>
                    <a:pt x="100330" y="215900"/>
                  </a:lnTo>
                  <a:lnTo>
                    <a:pt x="0" y="215900"/>
                  </a:lnTo>
                  <a:lnTo>
                    <a:pt x="200660" y="416560"/>
                  </a:lnTo>
                  <a:lnTo>
                    <a:pt x="401320" y="215900"/>
                  </a:lnTo>
                  <a:close/>
                </a:path>
                <a:path w="6195059" h="416560">
                  <a:moveTo>
                    <a:pt x="828040" y="215900"/>
                  </a:moveTo>
                  <a:lnTo>
                    <a:pt x="727710" y="215900"/>
                  </a:lnTo>
                  <a:lnTo>
                    <a:pt x="727710" y="0"/>
                  </a:lnTo>
                  <a:lnTo>
                    <a:pt x="527050" y="0"/>
                  </a:lnTo>
                  <a:lnTo>
                    <a:pt x="527050" y="215900"/>
                  </a:lnTo>
                  <a:lnTo>
                    <a:pt x="426720" y="215900"/>
                  </a:lnTo>
                  <a:lnTo>
                    <a:pt x="627380" y="416560"/>
                  </a:lnTo>
                  <a:lnTo>
                    <a:pt x="828040" y="215900"/>
                  </a:lnTo>
                  <a:close/>
                </a:path>
                <a:path w="6195059" h="416560">
                  <a:moveTo>
                    <a:pt x="2362200" y="215900"/>
                  </a:moveTo>
                  <a:lnTo>
                    <a:pt x="2261870" y="215900"/>
                  </a:lnTo>
                  <a:lnTo>
                    <a:pt x="2261870" y="0"/>
                  </a:lnTo>
                  <a:lnTo>
                    <a:pt x="2061210" y="0"/>
                  </a:lnTo>
                  <a:lnTo>
                    <a:pt x="2061210" y="215900"/>
                  </a:lnTo>
                  <a:lnTo>
                    <a:pt x="1960880" y="215900"/>
                  </a:lnTo>
                  <a:lnTo>
                    <a:pt x="2161540" y="416560"/>
                  </a:lnTo>
                  <a:lnTo>
                    <a:pt x="2362200" y="215900"/>
                  </a:lnTo>
                  <a:close/>
                </a:path>
                <a:path w="6195059" h="416560">
                  <a:moveTo>
                    <a:pt x="5245100" y="215900"/>
                  </a:moveTo>
                  <a:lnTo>
                    <a:pt x="5144770" y="215900"/>
                  </a:lnTo>
                  <a:lnTo>
                    <a:pt x="5144770" y="0"/>
                  </a:lnTo>
                  <a:lnTo>
                    <a:pt x="4944110" y="0"/>
                  </a:lnTo>
                  <a:lnTo>
                    <a:pt x="4944110" y="215900"/>
                  </a:lnTo>
                  <a:lnTo>
                    <a:pt x="4843780" y="215900"/>
                  </a:lnTo>
                  <a:lnTo>
                    <a:pt x="5044440" y="416560"/>
                  </a:lnTo>
                  <a:lnTo>
                    <a:pt x="5245100" y="215900"/>
                  </a:lnTo>
                  <a:close/>
                </a:path>
                <a:path w="6195059" h="416560">
                  <a:moveTo>
                    <a:pt x="6195060" y="215900"/>
                  </a:moveTo>
                  <a:lnTo>
                    <a:pt x="6094730" y="215900"/>
                  </a:lnTo>
                  <a:lnTo>
                    <a:pt x="6094730" y="0"/>
                  </a:lnTo>
                  <a:lnTo>
                    <a:pt x="5894070" y="0"/>
                  </a:lnTo>
                  <a:lnTo>
                    <a:pt x="5894070" y="215900"/>
                  </a:lnTo>
                  <a:lnTo>
                    <a:pt x="5793740" y="215900"/>
                  </a:lnTo>
                  <a:lnTo>
                    <a:pt x="5994400" y="416560"/>
                  </a:lnTo>
                  <a:lnTo>
                    <a:pt x="6195060" y="215900"/>
                  </a:lnTo>
                  <a:close/>
                </a:path>
              </a:pathLst>
            </a:custGeom>
            <a:solidFill>
              <a:srgbClr val="CE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3" name="图示 32"/>
          <p:cNvGraphicFramePr/>
          <p:nvPr>
            <p:custDataLst>
              <p:tags r:id="rId4"/>
            </p:custDataLst>
          </p:nvPr>
        </p:nvGraphicFramePr>
        <p:xfrm>
          <a:off x="468053" y="3788756"/>
          <a:ext cx="8129847" cy="3389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3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转录组概述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4441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1.9 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二代测序：边合成边测序，Illumina平台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  <a:p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pic>
        <p:nvPicPr>
          <p:cNvPr id="4" name="object 5"/>
          <p:cNvPicPr/>
          <p:nvPr>
            <p:custDataLst>
              <p:tags r:id="rId1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289244" y="1693448"/>
            <a:ext cx="2333648" cy="1969107"/>
          </a:xfrm>
          <a:prstGeom prst="rect">
            <a:avLst/>
          </a:prstGeom>
        </p:spPr>
      </p:pic>
      <p:pic>
        <p:nvPicPr>
          <p:cNvPr id="5" name="object 2"/>
          <p:cNvPicPr/>
          <p:nvPr>
            <p:custDataLst>
              <p:tags r:id="rId3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939865" y="2323150"/>
            <a:ext cx="6036162" cy="3730527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68615" y="3724443"/>
            <a:ext cx="2900707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000" b="1" spc="5" dirty="0">
                <a:solidFill>
                  <a:srgbClr val="C00000"/>
                </a:solidFill>
                <a:cs typeface="+mn-lt"/>
              </a:rPr>
              <a:t>核心技术：</a:t>
            </a:r>
            <a:endParaRPr lang="en-US" altLang="zh-CN" sz="2000" b="1" spc="5" dirty="0">
              <a:solidFill>
                <a:srgbClr val="C00000"/>
              </a:solidFill>
              <a:cs typeface="+mn-lt"/>
            </a:endParaRPr>
          </a:p>
          <a:p>
            <a:pPr>
              <a:spcAft>
                <a:spcPts val="1200"/>
              </a:spcAft>
            </a:pPr>
            <a:r>
              <a:rPr lang="en-US" altLang="zh-CN" sz="2000" b="1" spc="5" dirty="0">
                <a:cs typeface="+mn-lt"/>
              </a:rPr>
              <a:t>1</a:t>
            </a:r>
            <a:r>
              <a:rPr lang="zh-CN" altLang="en-US" sz="2000" b="1" spc="5" dirty="0">
                <a:cs typeface="+mn-lt"/>
              </a:rPr>
              <a:t>）</a:t>
            </a:r>
            <a:r>
              <a:rPr lang="zh-CN" altLang="en-US" sz="2000" b="1" spc="5" dirty="0">
                <a:solidFill>
                  <a:srgbClr val="C00000"/>
                </a:solidFill>
                <a:cs typeface="+mn-lt"/>
              </a:rPr>
              <a:t>桥式</a:t>
            </a:r>
            <a:r>
              <a:rPr lang="en-US" altLang="zh-CN" sz="2000" b="1" spc="5" dirty="0">
                <a:solidFill>
                  <a:srgbClr val="C00000"/>
                </a:solidFill>
                <a:cs typeface="+mn-lt"/>
              </a:rPr>
              <a:t>PCR</a:t>
            </a:r>
            <a:r>
              <a:rPr lang="zh-CN" altLang="en-US" sz="2000" b="1" spc="5" dirty="0">
                <a:cs typeface="+mn-lt"/>
              </a:rPr>
              <a:t>放大可检测荧光信号；</a:t>
            </a:r>
            <a:endParaRPr lang="en-US" altLang="zh-CN" sz="2000" b="1" spc="5" dirty="0">
              <a:cs typeface="+mn-lt"/>
            </a:endParaRPr>
          </a:p>
          <a:p>
            <a:pPr>
              <a:spcAft>
                <a:spcPts val="1200"/>
              </a:spcAft>
            </a:pPr>
            <a:r>
              <a:rPr lang="en-US" altLang="zh-CN" sz="2000" b="1" spc="5" dirty="0">
                <a:cs typeface="+mn-lt"/>
              </a:rPr>
              <a:t>2</a:t>
            </a:r>
            <a:r>
              <a:rPr lang="zh-CN" altLang="en-US" sz="2000" b="1" spc="5" dirty="0">
                <a:cs typeface="+mn-lt"/>
              </a:rPr>
              <a:t>）</a:t>
            </a:r>
            <a:r>
              <a:rPr lang="zh-CN" altLang="en-US" sz="2000" b="1" spc="5" dirty="0">
                <a:solidFill>
                  <a:srgbClr val="C00000"/>
                </a:solidFill>
                <a:cs typeface="+mn-lt"/>
              </a:rPr>
              <a:t>化学修饰的</a:t>
            </a:r>
            <a:r>
              <a:rPr lang="en-US" altLang="zh-CN" sz="2000" b="1" spc="5" dirty="0" err="1">
                <a:solidFill>
                  <a:srgbClr val="C00000"/>
                </a:solidFill>
                <a:cs typeface="+mn-lt"/>
              </a:rPr>
              <a:t>dNTP</a:t>
            </a:r>
            <a:r>
              <a:rPr lang="zh-CN" altLang="en-US" sz="2000" b="1" spc="5" dirty="0">
                <a:cs typeface="+mn-lt"/>
              </a:rPr>
              <a:t>实现核苷酸的可读性和测序的连续性。</a:t>
            </a:r>
            <a:endParaRPr lang="en-US" altLang="zh-CN" sz="2000" b="1" dirty="0">
              <a:cs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转录组概述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4441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1.10 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边合成边测序视频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  <a:p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pic>
        <p:nvPicPr>
          <p:cNvPr id="6" name="图片 5">
            <a:hlinkClick r:id="rId1" action="ppaction://hlinkfile"/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6210" y="1693545"/>
            <a:ext cx="8697595" cy="44532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23890" y="1772285"/>
            <a:ext cx="31222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课后练习：请同学们课后自己搜索三代测序视频观看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3048000" y="638111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linkClick r:id="rId5" action="ppaction://hlinkfile"/>
              </a:rPr>
              <a:t>详细版本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转录组概述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5697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1.11 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应用和最新进展示意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graphicFrame>
        <p:nvGraphicFramePr>
          <p:cNvPr id="9" name="图示 8"/>
          <p:cNvGraphicFramePr/>
          <p:nvPr>
            <p:custDataLst>
              <p:tags r:id="rId1"/>
            </p:custDataLst>
          </p:nvPr>
        </p:nvGraphicFramePr>
        <p:xfrm>
          <a:off x="1331884" y="1746250"/>
          <a:ext cx="7481454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试验设计和测序分析流程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2.1 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  <a:hlinkClick r:id="rId1" action="ppaction://hlinkfile"/>
              </a:rPr>
              <a:t>RNA测序（RNA-sequencing，</a:t>
            </a:r>
            <a:r>
              <a:rPr lang="en-US" altLang="zh-CN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  <a:hlinkClick r:id="rId1" action="ppaction://hlinkfile"/>
              </a:rPr>
              <a:t>RNA-seq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  <a:hlinkClick r:id="rId1" action="ppaction://hlinkfile"/>
              </a:rPr>
              <a:t>）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9" name="圆角矩形 22"/>
          <p:cNvSpPr/>
          <p:nvPr>
            <p:custDataLst>
              <p:tags r:id="rId2"/>
            </p:custDataLst>
          </p:nvPr>
        </p:nvSpPr>
        <p:spPr>
          <a:xfrm>
            <a:off x="1091206" y="2796955"/>
            <a:ext cx="1496291" cy="2161309"/>
          </a:xfrm>
          <a:prstGeom prst="roundRect">
            <a:avLst>
              <a:gd name="adj" fmla="val 5000"/>
            </a:avLst>
          </a:prstGeom>
          <a:noFill/>
          <a:ln>
            <a:solidFill>
              <a:srgbClr val="CE99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997" y="2913333"/>
            <a:ext cx="882928" cy="11796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083" y="3041133"/>
            <a:ext cx="922654" cy="924098"/>
          </a:xfrm>
          <a:prstGeom prst="rect">
            <a:avLst/>
          </a:prstGeom>
        </p:spPr>
      </p:pic>
      <p:sp>
        <p:nvSpPr>
          <p:cNvPr id="12" name="圆角矩形 27"/>
          <p:cNvSpPr/>
          <p:nvPr>
            <p:custDataLst>
              <p:tags r:id="rId7"/>
            </p:custDataLst>
          </p:nvPr>
        </p:nvSpPr>
        <p:spPr>
          <a:xfrm>
            <a:off x="2818155" y="2796957"/>
            <a:ext cx="1496291" cy="2161309"/>
          </a:xfrm>
          <a:prstGeom prst="roundRect">
            <a:avLst>
              <a:gd name="adj" fmla="val 5000"/>
            </a:avLst>
          </a:prstGeom>
          <a:noFill/>
          <a:ln>
            <a:solidFill>
              <a:srgbClr val="019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2924048" y="4340982"/>
            <a:ext cx="141033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190B0"/>
                </a:solidFill>
                <a:sym typeface="Symbol" panose="05050102010706020507" pitchFamily="18" charset="2"/>
              </a:rPr>
              <a:t>2.</a:t>
            </a:r>
            <a:r>
              <a:rPr lang="zh-CN" altLang="en-US" sz="2000" dirty="0">
                <a:solidFill>
                  <a:srgbClr val="0190B0"/>
                </a:solidFill>
                <a:sym typeface="Symbol" panose="05050102010706020507" pitchFamily="18" charset="2"/>
              </a:rPr>
              <a:t>测序流程</a:t>
            </a:r>
            <a:endParaRPr lang="zh-CN" altLang="en-US" sz="2000" dirty="0">
              <a:solidFill>
                <a:srgbClr val="0190B0"/>
              </a:solidFill>
              <a:sym typeface="Symbol" panose="05050102010706020507" pitchFamily="18" charset="2"/>
            </a:endParaRP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1197099" y="4340980"/>
            <a:ext cx="141033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A17777"/>
                </a:solidFill>
              </a:rPr>
              <a:t>1.</a:t>
            </a:r>
            <a:r>
              <a:rPr lang="zh-CN" altLang="en-US" sz="2000" dirty="0">
                <a:solidFill>
                  <a:srgbClr val="A17777"/>
                </a:solidFill>
              </a:rPr>
              <a:t>试验设计</a:t>
            </a:r>
            <a:endParaRPr lang="zh-CN" altLang="en-US" sz="2000" dirty="0">
              <a:solidFill>
                <a:srgbClr val="A17777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140" y="3068986"/>
            <a:ext cx="1160270" cy="868390"/>
          </a:xfrm>
          <a:prstGeom prst="rect">
            <a:avLst/>
          </a:prstGeom>
        </p:spPr>
      </p:pic>
      <p:sp>
        <p:nvSpPr>
          <p:cNvPr id="16" name="圆角矩形 31"/>
          <p:cNvSpPr/>
          <p:nvPr>
            <p:custDataLst>
              <p:tags r:id="rId12"/>
            </p:custDataLst>
          </p:nvPr>
        </p:nvSpPr>
        <p:spPr>
          <a:xfrm>
            <a:off x="4542021" y="2796955"/>
            <a:ext cx="1496291" cy="2161309"/>
          </a:xfrm>
          <a:prstGeom prst="roundRect">
            <a:avLst>
              <a:gd name="adj" fmla="val 5000"/>
            </a:avLst>
          </a:prstGeom>
          <a:noFill/>
          <a:ln>
            <a:solidFill>
              <a:srgbClr val="FF3F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13"/>
            </p:custDataLst>
          </p:nvPr>
        </p:nvSpPr>
        <p:spPr>
          <a:xfrm>
            <a:off x="4647914" y="4340980"/>
            <a:ext cx="141033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3F3F"/>
                </a:solidFill>
                <a:sym typeface="Symbol" panose="05050102010706020507" pitchFamily="18" charset="2"/>
              </a:rPr>
              <a:t>3.</a:t>
            </a:r>
            <a:r>
              <a:rPr lang="zh-CN" altLang="en-US" sz="2000" dirty="0">
                <a:solidFill>
                  <a:srgbClr val="FF3F3F"/>
                </a:solidFill>
                <a:sym typeface="Symbol" panose="05050102010706020507" pitchFamily="18" charset="2"/>
              </a:rPr>
              <a:t>数据分析</a:t>
            </a:r>
            <a:endParaRPr lang="zh-CN" altLang="en-US" sz="2000" dirty="0">
              <a:solidFill>
                <a:srgbClr val="FF3F3F"/>
              </a:solidFill>
              <a:sym typeface="Symbol" panose="05050102010706020507" pitchFamily="18" charset="2"/>
            </a:endParaRPr>
          </a:p>
        </p:txBody>
      </p:sp>
      <p:sp>
        <p:nvSpPr>
          <p:cNvPr id="18" name="圆角矩形 33"/>
          <p:cNvSpPr/>
          <p:nvPr>
            <p:custDataLst>
              <p:tags r:id="rId14"/>
            </p:custDataLst>
          </p:nvPr>
        </p:nvSpPr>
        <p:spPr>
          <a:xfrm>
            <a:off x="6265887" y="2796955"/>
            <a:ext cx="1496291" cy="2161309"/>
          </a:xfrm>
          <a:prstGeom prst="roundRect">
            <a:avLst>
              <a:gd name="adj" fmla="val 5000"/>
            </a:avLst>
          </a:prstGeom>
          <a:noFill/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6371780" y="4340980"/>
            <a:ext cx="141033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7F7F7F"/>
                </a:solidFill>
                <a:sym typeface="Symbol" panose="05050102010706020507" pitchFamily="18" charset="2"/>
              </a:rPr>
              <a:t>4.</a:t>
            </a:r>
            <a:r>
              <a:rPr lang="zh-CN" altLang="en-US" sz="2000" dirty="0">
                <a:solidFill>
                  <a:srgbClr val="7F7F7F"/>
                </a:solidFill>
                <a:sym typeface="Symbol" panose="05050102010706020507" pitchFamily="18" charset="2"/>
              </a:rPr>
              <a:t>验证实验</a:t>
            </a:r>
            <a:endParaRPr lang="zh-CN" altLang="en-US" sz="2000" dirty="0">
              <a:solidFill>
                <a:srgbClr val="7F7F7F"/>
              </a:solidFill>
              <a:sym typeface="Symbol" panose="05050102010706020507" pitchFamily="18" charset="2"/>
            </a:endParaRPr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452" y="3088403"/>
            <a:ext cx="1062315" cy="82495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434722" y="1790035"/>
            <a:ext cx="731583" cy="7011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2" grpId="0" bldLvl="0" animBg="1"/>
      <p:bldP spid="13" grpId="0"/>
      <p:bldP spid="14" grpId="0"/>
      <p:bldP spid="16" grpId="0" bldLvl="0" animBg="1"/>
      <p:bldP spid="17" grpId="0"/>
      <p:bldP spid="18" grpId="0" bldLvl="0" animBg="1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试验设计和测序分析流程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2.2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试验设计</a:t>
            </a:r>
            <a:r>
              <a:rPr lang="zh-CN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与考量</a:t>
            </a:r>
            <a:endParaRPr lang="zh-CN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graphicFrame>
        <p:nvGraphicFramePr>
          <p:cNvPr id="7" name="图示 6"/>
          <p:cNvGraphicFramePr/>
          <p:nvPr>
            <p:custDataLst>
              <p:tags r:id="rId1"/>
            </p:custDataLst>
          </p:nvPr>
        </p:nvGraphicFramePr>
        <p:xfrm>
          <a:off x="1590952" y="1630218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918" y="4131424"/>
            <a:ext cx="2539792" cy="1690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试验设计和测序分析流程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2.3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测序流程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87" y="1585691"/>
            <a:ext cx="8234424" cy="4308033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601634" y="5616725"/>
            <a:ext cx="30816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Griffith, M. (2015)</a:t>
            </a:r>
            <a:r>
              <a:rPr lang="en-US" altLang="zh-CN" sz="12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1200" i="1" dirty="0" err="1">
                <a:solidFill>
                  <a:schemeClr val="bg1">
                    <a:lumMod val="65000"/>
                  </a:schemeClr>
                </a:solidFill>
              </a:rPr>
              <a:t>PLoS</a:t>
            </a:r>
            <a:r>
              <a:rPr lang="en-US" altLang="zh-CN" sz="12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computational biology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511690" y="3218961"/>
            <a:ext cx="1459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mRNA</a:t>
            </a:r>
            <a:r>
              <a:rPr lang="zh-CN" altLang="en-US" sz="1200" dirty="0"/>
              <a:t>：</a:t>
            </a:r>
            <a:r>
              <a:rPr lang="en-US" altLang="zh-CN" sz="1200" dirty="0"/>
              <a:t>Poly A</a:t>
            </a:r>
            <a:r>
              <a:rPr lang="zh-CN" altLang="en-US" sz="1200" dirty="0"/>
              <a:t>富集</a:t>
            </a:r>
            <a:endParaRPr lang="en-US" altLang="zh-CN" sz="1200" dirty="0"/>
          </a:p>
          <a:p>
            <a:r>
              <a:rPr lang="en-US" altLang="zh-CN" sz="1200" dirty="0" err="1"/>
              <a:t>ncRNA</a:t>
            </a:r>
            <a:r>
              <a:rPr lang="zh-CN" altLang="en-US" sz="1200" dirty="0"/>
              <a:t>：</a:t>
            </a:r>
            <a:r>
              <a:rPr lang="en-US" altLang="zh-CN" sz="1200" dirty="0" err="1"/>
              <a:t>rRNA</a:t>
            </a:r>
            <a:r>
              <a:rPr lang="zh-CN" altLang="en-US" sz="1200" dirty="0"/>
              <a:t>移除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试验设计和测序分析流程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2.4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数据分析流程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graphicFrame>
        <p:nvGraphicFramePr>
          <p:cNvPr id="7" name="图示 6"/>
          <p:cNvGraphicFramePr/>
          <p:nvPr>
            <p:custDataLst>
              <p:tags r:id="rId1"/>
            </p:custDataLst>
          </p:nvPr>
        </p:nvGraphicFramePr>
        <p:xfrm>
          <a:off x="1440022" y="1613130"/>
          <a:ext cx="6406342" cy="4322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3159125" y="5823585"/>
            <a:ext cx="409829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RNA-</a:t>
            </a:r>
            <a:r>
              <a:rPr lang="en-US" altLang="zh-CN" dirty="0" err="1"/>
              <a:t>seq</a:t>
            </a:r>
            <a:r>
              <a:rPr lang="zh-CN" altLang="en-US" dirty="0"/>
              <a:t>数据分析常规流程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试验设计和测序分析流程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2.5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数据分析流程</a:t>
            </a:r>
            <a:r>
              <a:rPr 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2</a:t>
            </a:r>
            <a:endParaRPr 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757735" y="2128034"/>
            <a:ext cx="1151755" cy="3618313"/>
            <a:chOff x="582547" y="1573227"/>
            <a:chExt cx="1151755" cy="3618313"/>
          </a:xfrm>
        </p:grpSpPr>
        <p:sp>
          <p:nvSpPr>
            <p:cNvPr id="102" name="object 23"/>
            <p:cNvSpPr>
              <a:spLocks noChangeAspect="1"/>
            </p:cNvSpPr>
            <p:nvPr>
              <p:custDataLst>
                <p:tags r:id="rId1"/>
              </p:custDataLst>
            </p:nvPr>
          </p:nvSpPr>
          <p:spPr>
            <a:xfrm>
              <a:off x="589986" y="1573227"/>
              <a:ext cx="1080000" cy="1079484"/>
            </a:xfrm>
            <a:custGeom>
              <a:avLst/>
              <a:gdLst/>
              <a:ahLst/>
              <a:cxnLst/>
              <a:rect l="l" t="t" r="r" b="b"/>
              <a:pathLst>
                <a:path w="1800860" h="2199640">
                  <a:moveTo>
                    <a:pt x="1500759" y="0"/>
                  </a:moveTo>
                  <a:lnTo>
                    <a:pt x="300101" y="0"/>
                  </a:lnTo>
                  <a:lnTo>
                    <a:pt x="251424" y="3927"/>
                  </a:lnTo>
                  <a:lnTo>
                    <a:pt x="205248" y="15299"/>
                  </a:lnTo>
                  <a:lnTo>
                    <a:pt x="162190" y="33497"/>
                  </a:lnTo>
                  <a:lnTo>
                    <a:pt x="122867" y="57903"/>
                  </a:lnTo>
                  <a:lnTo>
                    <a:pt x="87899" y="87899"/>
                  </a:lnTo>
                  <a:lnTo>
                    <a:pt x="57903" y="122867"/>
                  </a:lnTo>
                  <a:lnTo>
                    <a:pt x="33497" y="162190"/>
                  </a:lnTo>
                  <a:lnTo>
                    <a:pt x="15299" y="205248"/>
                  </a:lnTo>
                  <a:lnTo>
                    <a:pt x="3927" y="251424"/>
                  </a:lnTo>
                  <a:lnTo>
                    <a:pt x="0" y="300100"/>
                  </a:lnTo>
                  <a:lnTo>
                    <a:pt x="0" y="1899539"/>
                  </a:lnTo>
                  <a:lnTo>
                    <a:pt x="3927" y="1948215"/>
                  </a:lnTo>
                  <a:lnTo>
                    <a:pt x="15299" y="1994391"/>
                  </a:lnTo>
                  <a:lnTo>
                    <a:pt x="33497" y="2037449"/>
                  </a:lnTo>
                  <a:lnTo>
                    <a:pt x="57903" y="2076772"/>
                  </a:lnTo>
                  <a:lnTo>
                    <a:pt x="87899" y="2111740"/>
                  </a:lnTo>
                  <a:lnTo>
                    <a:pt x="122867" y="2141736"/>
                  </a:lnTo>
                  <a:lnTo>
                    <a:pt x="162190" y="2166142"/>
                  </a:lnTo>
                  <a:lnTo>
                    <a:pt x="205248" y="2184340"/>
                  </a:lnTo>
                  <a:lnTo>
                    <a:pt x="251424" y="2195712"/>
                  </a:lnTo>
                  <a:lnTo>
                    <a:pt x="300101" y="2199640"/>
                  </a:lnTo>
                  <a:lnTo>
                    <a:pt x="1500759" y="2199640"/>
                  </a:lnTo>
                  <a:lnTo>
                    <a:pt x="1549435" y="2195712"/>
                  </a:lnTo>
                  <a:lnTo>
                    <a:pt x="1595611" y="2184340"/>
                  </a:lnTo>
                  <a:lnTo>
                    <a:pt x="1638669" y="2166142"/>
                  </a:lnTo>
                  <a:lnTo>
                    <a:pt x="1677992" y="2141736"/>
                  </a:lnTo>
                  <a:lnTo>
                    <a:pt x="1712960" y="2111740"/>
                  </a:lnTo>
                  <a:lnTo>
                    <a:pt x="1742956" y="2076772"/>
                  </a:lnTo>
                  <a:lnTo>
                    <a:pt x="1767362" y="2037449"/>
                  </a:lnTo>
                  <a:lnTo>
                    <a:pt x="1785560" y="1994391"/>
                  </a:lnTo>
                  <a:lnTo>
                    <a:pt x="1796932" y="1948215"/>
                  </a:lnTo>
                  <a:lnTo>
                    <a:pt x="1800860" y="1899539"/>
                  </a:lnTo>
                  <a:lnTo>
                    <a:pt x="1800860" y="300100"/>
                  </a:lnTo>
                  <a:lnTo>
                    <a:pt x="1796932" y="251424"/>
                  </a:lnTo>
                  <a:lnTo>
                    <a:pt x="1785560" y="205248"/>
                  </a:lnTo>
                  <a:lnTo>
                    <a:pt x="1767362" y="162190"/>
                  </a:lnTo>
                  <a:lnTo>
                    <a:pt x="1742956" y="122867"/>
                  </a:lnTo>
                  <a:lnTo>
                    <a:pt x="1712960" y="87899"/>
                  </a:lnTo>
                  <a:lnTo>
                    <a:pt x="1677992" y="57903"/>
                  </a:lnTo>
                  <a:lnTo>
                    <a:pt x="1638669" y="33497"/>
                  </a:lnTo>
                  <a:lnTo>
                    <a:pt x="1595611" y="15299"/>
                  </a:lnTo>
                  <a:lnTo>
                    <a:pt x="1549435" y="3927"/>
                  </a:lnTo>
                  <a:lnTo>
                    <a:pt x="1500759" y="0"/>
                  </a:lnTo>
                  <a:close/>
                </a:path>
              </a:pathLst>
            </a:custGeom>
            <a:solidFill>
              <a:srgbClr val="76AC00"/>
            </a:solidFill>
          </p:spPr>
          <p:txBody>
            <a:bodyPr wrap="square" lIns="0" tIns="0" rIns="0" bIns="0" rtlCol="0"/>
            <a:lstStyle/>
            <a:p>
              <a:pPr rtl="0" fontAlgn="auto">
                <a:spcBef>
                  <a:spcPts val="0"/>
                </a:spcBef>
                <a:spcAft>
                  <a:spcPts val="0"/>
                </a:spcAft>
              </a:pPr>
              <a:endParaRPr sz="180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endParaRPr>
            </a:p>
          </p:txBody>
        </p:sp>
        <p:sp>
          <p:nvSpPr>
            <p:cNvPr id="103" name="object 24"/>
            <p:cNvSpPr txBox="1"/>
            <p:nvPr>
              <p:custDataLst>
                <p:tags r:id="rId2"/>
              </p:custDataLst>
            </p:nvPr>
          </p:nvSpPr>
          <p:spPr>
            <a:xfrm>
              <a:off x="682457" y="1916125"/>
              <a:ext cx="1031620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rtl="0" fontAlgn="auto">
                <a:spcBef>
                  <a:spcPts val="100"/>
                </a:spcBef>
                <a:spcAft>
                  <a:spcPts val="0"/>
                </a:spcAft>
              </a:pPr>
              <a:r>
                <a:rPr b="1" spc="-5" dirty="0">
                  <a:solidFill>
                    <a:prstClr val="black"/>
                  </a:solidFill>
                  <a:latin typeface="Times New Roman" panose="02020503050405090304" pitchFamily="18" charset="0"/>
                  <a:ea typeface="+mn-ea"/>
                  <a:cs typeface="Times New Roman" panose="02020503050405090304" pitchFamily="18" charset="0"/>
                </a:rPr>
                <a:t>mRNA</a:t>
              </a:r>
              <a:endParaRPr b="1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endParaRPr>
            </a:p>
          </p:txBody>
        </p:sp>
        <p:sp>
          <p:nvSpPr>
            <p:cNvPr id="104" name="object 25"/>
            <p:cNvSpPr>
              <a:spLocks noChangeAspect="1"/>
            </p:cNvSpPr>
            <p:nvPr>
              <p:custDataLst>
                <p:tags r:id="rId3"/>
              </p:custDataLst>
            </p:nvPr>
          </p:nvSpPr>
          <p:spPr>
            <a:xfrm>
              <a:off x="582547" y="4215123"/>
              <a:ext cx="1080000" cy="976417"/>
            </a:xfrm>
            <a:custGeom>
              <a:avLst/>
              <a:gdLst/>
              <a:ahLst/>
              <a:cxnLst/>
              <a:rect l="l" t="t" r="r" b="b"/>
              <a:pathLst>
                <a:path w="1800860" h="1628139">
                  <a:moveTo>
                    <a:pt x="1529461" y="0"/>
                  </a:moveTo>
                  <a:lnTo>
                    <a:pt x="271399" y="0"/>
                  </a:lnTo>
                  <a:lnTo>
                    <a:pt x="222609" y="4373"/>
                  </a:lnTo>
                  <a:lnTo>
                    <a:pt x="176690" y="16982"/>
                  </a:lnTo>
                  <a:lnTo>
                    <a:pt x="134409" y="37060"/>
                  </a:lnTo>
                  <a:lnTo>
                    <a:pt x="96531" y="63839"/>
                  </a:lnTo>
                  <a:lnTo>
                    <a:pt x="63822" y="96552"/>
                  </a:lnTo>
                  <a:lnTo>
                    <a:pt x="37049" y="134431"/>
                  </a:lnTo>
                  <a:lnTo>
                    <a:pt x="16976" y="176711"/>
                  </a:lnTo>
                  <a:lnTo>
                    <a:pt x="4371" y="222622"/>
                  </a:lnTo>
                  <a:lnTo>
                    <a:pt x="0" y="271399"/>
                  </a:lnTo>
                  <a:lnTo>
                    <a:pt x="0" y="1356779"/>
                  </a:lnTo>
                  <a:lnTo>
                    <a:pt x="4371" y="1405557"/>
                  </a:lnTo>
                  <a:lnTo>
                    <a:pt x="16976" y="1451467"/>
                  </a:lnTo>
                  <a:lnTo>
                    <a:pt x="37049" y="1493742"/>
                  </a:lnTo>
                  <a:lnTo>
                    <a:pt x="63822" y="1531615"/>
                  </a:lnTo>
                  <a:lnTo>
                    <a:pt x="96531" y="1564320"/>
                  </a:lnTo>
                  <a:lnTo>
                    <a:pt x="134409" y="1591092"/>
                  </a:lnTo>
                  <a:lnTo>
                    <a:pt x="176690" y="1611163"/>
                  </a:lnTo>
                  <a:lnTo>
                    <a:pt x="222609" y="1623768"/>
                  </a:lnTo>
                  <a:lnTo>
                    <a:pt x="271399" y="1628140"/>
                  </a:lnTo>
                  <a:lnTo>
                    <a:pt x="1529461" y="1628140"/>
                  </a:lnTo>
                  <a:lnTo>
                    <a:pt x="1578237" y="1623768"/>
                  </a:lnTo>
                  <a:lnTo>
                    <a:pt x="1624148" y="1611163"/>
                  </a:lnTo>
                  <a:lnTo>
                    <a:pt x="1666428" y="1591092"/>
                  </a:lnTo>
                  <a:lnTo>
                    <a:pt x="1704307" y="1564320"/>
                  </a:lnTo>
                  <a:lnTo>
                    <a:pt x="1737020" y="1531615"/>
                  </a:lnTo>
                  <a:lnTo>
                    <a:pt x="1763799" y="1493742"/>
                  </a:lnTo>
                  <a:lnTo>
                    <a:pt x="1783877" y="1451467"/>
                  </a:lnTo>
                  <a:lnTo>
                    <a:pt x="1796486" y="1405557"/>
                  </a:lnTo>
                  <a:lnTo>
                    <a:pt x="1800860" y="1356779"/>
                  </a:lnTo>
                  <a:lnTo>
                    <a:pt x="1800860" y="271399"/>
                  </a:lnTo>
                  <a:lnTo>
                    <a:pt x="1796486" y="222622"/>
                  </a:lnTo>
                  <a:lnTo>
                    <a:pt x="1783877" y="176711"/>
                  </a:lnTo>
                  <a:lnTo>
                    <a:pt x="1763799" y="134431"/>
                  </a:lnTo>
                  <a:lnTo>
                    <a:pt x="1737020" y="96552"/>
                  </a:lnTo>
                  <a:lnTo>
                    <a:pt x="1704307" y="63839"/>
                  </a:lnTo>
                  <a:lnTo>
                    <a:pt x="1666428" y="37060"/>
                  </a:lnTo>
                  <a:lnTo>
                    <a:pt x="1624148" y="16982"/>
                  </a:lnTo>
                  <a:lnTo>
                    <a:pt x="1578237" y="4373"/>
                  </a:lnTo>
                  <a:lnTo>
                    <a:pt x="1529461" y="0"/>
                  </a:lnTo>
                  <a:close/>
                </a:path>
              </a:pathLst>
            </a:custGeom>
            <a:solidFill>
              <a:srgbClr val="FFDB00"/>
            </a:solidFill>
          </p:spPr>
          <p:txBody>
            <a:bodyPr wrap="square" lIns="0" tIns="0" rIns="0" bIns="0" rtlCol="0"/>
            <a:lstStyle/>
            <a:p>
              <a:pPr rtl="0" fontAlgn="auto">
                <a:spcBef>
                  <a:spcPts val="0"/>
                </a:spcBef>
                <a:spcAft>
                  <a:spcPts val="0"/>
                </a:spcAft>
              </a:pPr>
              <a:endParaRPr sz="180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endParaRPr>
            </a:p>
          </p:txBody>
        </p:sp>
        <p:sp>
          <p:nvSpPr>
            <p:cNvPr id="105" name="object 26"/>
            <p:cNvSpPr txBox="1"/>
            <p:nvPr>
              <p:custDataLst>
                <p:tags r:id="rId4"/>
              </p:custDataLst>
            </p:nvPr>
          </p:nvSpPr>
          <p:spPr>
            <a:xfrm>
              <a:off x="626108" y="4535552"/>
              <a:ext cx="110819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rtl="0" fontAlgn="auto">
                <a:spcBef>
                  <a:spcPts val="100"/>
                </a:spcBef>
                <a:spcAft>
                  <a:spcPts val="0"/>
                </a:spcAft>
              </a:pPr>
              <a:r>
                <a:rPr b="1" spc="-5" dirty="0">
                  <a:solidFill>
                    <a:prstClr val="black"/>
                  </a:solidFill>
                  <a:latin typeface="Times New Roman" panose="02020503050405090304" pitchFamily="18" charset="0"/>
                  <a:ea typeface="+mn-ea"/>
                  <a:cs typeface="Times New Roman" panose="02020503050405090304" pitchFamily="18" charset="0"/>
                </a:rPr>
                <a:t>nc</a:t>
              </a:r>
              <a:r>
                <a:rPr b="1" dirty="0">
                  <a:solidFill>
                    <a:prstClr val="black"/>
                  </a:solidFill>
                  <a:latin typeface="Times New Roman" panose="02020503050405090304" pitchFamily="18" charset="0"/>
                  <a:ea typeface="+mn-ea"/>
                  <a:cs typeface="Times New Roman" panose="02020503050405090304" pitchFamily="18" charset="0"/>
                </a:rPr>
                <a:t>R</a:t>
              </a:r>
              <a:r>
                <a:rPr b="1" spc="-5" dirty="0">
                  <a:solidFill>
                    <a:prstClr val="black"/>
                  </a:solidFill>
                  <a:latin typeface="Times New Roman" panose="02020503050405090304" pitchFamily="18" charset="0"/>
                  <a:ea typeface="+mn-ea"/>
                  <a:cs typeface="Times New Roman" panose="02020503050405090304" pitchFamily="18" charset="0"/>
                </a:rPr>
                <a:t>NA</a:t>
              </a:r>
              <a:endParaRPr b="1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endParaRPr>
            </a:p>
          </p:txBody>
        </p:sp>
      </p:grpSp>
      <p:sp>
        <p:nvSpPr>
          <p:cNvPr id="106" name="object 28"/>
          <p:cNvSpPr/>
          <p:nvPr>
            <p:custDataLst>
              <p:tags r:id="rId5"/>
            </p:custDataLst>
          </p:nvPr>
        </p:nvSpPr>
        <p:spPr>
          <a:xfrm>
            <a:off x="2056253" y="1688113"/>
            <a:ext cx="1260000" cy="431800"/>
          </a:xfrm>
          <a:custGeom>
            <a:avLst/>
            <a:gdLst/>
            <a:ahLst/>
            <a:cxnLst/>
            <a:rect l="l" t="t" r="r" b="b"/>
            <a:pathLst>
              <a:path w="1800860" h="431800">
                <a:moveTo>
                  <a:pt x="0" y="72008"/>
                </a:moveTo>
                <a:lnTo>
                  <a:pt x="5661" y="43987"/>
                </a:lnTo>
                <a:lnTo>
                  <a:pt x="21097" y="21097"/>
                </a:lnTo>
                <a:lnTo>
                  <a:pt x="43987" y="5661"/>
                </a:lnTo>
                <a:lnTo>
                  <a:pt x="72009" y="0"/>
                </a:lnTo>
                <a:lnTo>
                  <a:pt x="1728851" y="0"/>
                </a:lnTo>
                <a:lnTo>
                  <a:pt x="1756872" y="5661"/>
                </a:lnTo>
                <a:lnTo>
                  <a:pt x="1779762" y="21097"/>
                </a:lnTo>
                <a:lnTo>
                  <a:pt x="1795198" y="43987"/>
                </a:lnTo>
                <a:lnTo>
                  <a:pt x="1800860" y="72008"/>
                </a:lnTo>
                <a:lnTo>
                  <a:pt x="1800860" y="359790"/>
                </a:lnTo>
                <a:lnTo>
                  <a:pt x="1795198" y="387812"/>
                </a:lnTo>
                <a:lnTo>
                  <a:pt x="1779762" y="410702"/>
                </a:lnTo>
                <a:lnTo>
                  <a:pt x="1756872" y="426138"/>
                </a:lnTo>
                <a:lnTo>
                  <a:pt x="1728851" y="431800"/>
                </a:lnTo>
                <a:lnTo>
                  <a:pt x="72009" y="431800"/>
                </a:lnTo>
                <a:lnTo>
                  <a:pt x="43987" y="426138"/>
                </a:lnTo>
                <a:lnTo>
                  <a:pt x="21097" y="410702"/>
                </a:lnTo>
                <a:lnTo>
                  <a:pt x="5661" y="387812"/>
                </a:lnTo>
                <a:lnTo>
                  <a:pt x="0" y="359790"/>
                </a:lnTo>
                <a:lnTo>
                  <a:pt x="0" y="72008"/>
                </a:lnTo>
                <a:close/>
              </a:path>
            </a:pathLst>
          </a:custGeom>
          <a:ln w="2032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07" name="object 29"/>
          <p:cNvSpPr txBox="1"/>
          <p:nvPr/>
        </p:nvSpPr>
        <p:spPr>
          <a:xfrm>
            <a:off x="1936715" y="1732817"/>
            <a:ext cx="12386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8325" rtl="0" fontAlgn="auto">
              <a:spcBef>
                <a:spcPts val="100"/>
              </a:spcBef>
              <a:spcAft>
                <a:spcPts val="0"/>
              </a:spcAft>
            </a:pPr>
            <a:r>
              <a:rPr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Gene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08" name="object 30"/>
          <p:cNvSpPr/>
          <p:nvPr>
            <p:custDataLst>
              <p:tags r:id="rId6"/>
            </p:custDataLst>
          </p:nvPr>
        </p:nvSpPr>
        <p:spPr>
          <a:xfrm>
            <a:off x="2056253" y="2285014"/>
            <a:ext cx="1260000" cy="718820"/>
          </a:xfrm>
          <a:custGeom>
            <a:avLst/>
            <a:gdLst/>
            <a:ahLst/>
            <a:cxnLst/>
            <a:rect l="l" t="t" r="r" b="b"/>
            <a:pathLst>
              <a:path w="1800860" h="718819">
                <a:moveTo>
                  <a:pt x="0" y="119760"/>
                </a:moveTo>
                <a:lnTo>
                  <a:pt x="9407" y="73134"/>
                </a:lnTo>
                <a:lnTo>
                  <a:pt x="35067" y="35067"/>
                </a:lnTo>
                <a:lnTo>
                  <a:pt x="73134" y="9407"/>
                </a:lnTo>
                <a:lnTo>
                  <a:pt x="119761" y="0"/>
                </a:lnTo>
                <a:lnTo>
                  <a:pt x="1681099" y="0"/>
                </a:lnTo>
                <a:lnTo>
                  <a:pt x="1727725" y="9407"/>
                </a:lnTo>
                <a:lnTo>
                  <a:pt x="1765792" y="35067"/>
                </a:lnTo>
                <a:lnTo>
                  <a:pt x="1791452" y="73134"/>
                </a:lnTo>
                <a:lnTo>
                  <a:pt x="1800860" y="119760"/>
                </a:lnTo>
                <a:lnTo>
                  <a:pt x="1800860" y="599058"/>
                </a:lnTo>
                <a:lnTo>
                  <a:pt x="1791452" y="645685"/>
                </a:lnTo>
                <a:lnTo>
                  <a:pt x="1765792" y="683752"/>
                </a:lnTo>
                <a:lnTo>
                  <a:pt x="1727725" y="709412"/>
                </a:lnTo>
                <a:lnTo>
                  <a:pt x="1681099" y="718819"/>
                </a:lnTo>
                <a:lnTo>
                  <a:pt x="119761" y="718819"/>
                </a:lnTo>
                <a:lnTo>
                  <a:pt x="73134" y="709412"/>
                </a:lnTo>
                <a:lnTo>
                  <a:pt x="35067" y="683752"/>
                </a:lnTo>
                <a:lnTo>
                  <a:pt x="9407" y="645685"/>
                </a:lnTo>
                <a:lnTo>
                  <a:pt x="0" y="599058"/>
                </a:lnTo>
                <a:lnTo>
                  <a:pt x="0" y="119760"/>
                </a:lnTo>
                <a:close/>
              </a:path>
            </a:pathLst>
          </a:custGeom>
          <a:ln w="2032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09" name="object 31"/>
          <p:cNvSpPr txBox="1"/>
          <p:nvPr>
            <p:custDataLst>
              <p:tags r:id="rId7"/>
            </p:custDataLst>
          </p:nvPr>
        </p:nvSpPr>
        <p:spPr>
          <a:xfrm>
            <a:off x="2171271" y="2342632"/>
            <a:ext cx="12255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640" marR="5080" indent="-154940" rtl="0" fontAlgn="auto">
              <a:spcBef>
                <a:spcPts val="100"/>
              </a:spcBef>
              <a:spcAft>
                <a:spcPts val="0"/>
              </a:spcAft>
            </a:pPr>
            <a:r>
              <a:rPr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Alte</a:t>
            </a: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rn</a:t>
            </a:r>
            <a:r>
              <a:rPr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ati</a:t>
            </a:r>
            <a:r>
              <a:rPr sz="1800" spc="-2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v</a:t>
            </a: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e  Splicing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10" name="object 32"/>
          <p:cNvSpPr/>
          <p:nvPr>
            <p:custDataLst>
              <p:tags r:id="rId8"/>
            </p:custDataLst>
          </p:nvPr>
        </p:nvSpPr>
        <p:spPr>
          <a:xfrm>
            <a:off x="2056253" y="3168933"/>
            <a:ext cx="1260000" cy="718820"/>
          </a:xfrm>
          <a:custGeom>
            <a:avLst/>
            <a:gdLst/>
            <a:ahLst/>
            <a:cxnLst/>
            <a:rect l="l" t="t" r="r" b="b"/>
            <a:pathLst>
              <a:path w="1800860" h="718820">
                <a:moveTo>
                  <a:pt x="0" y="119761"/>
                </a:moveTo>
                <a:lnTo>
                  <a:pt x="9407" y="73134"/>
                </a:lnTo>
                <a:lnTo>
                  <a:pt x="35067" y="35067"/>
                </a:lnTo>
                <a:lnTo>
                  <a:pt x="73134" y="9407"/>
                </a:lnTo>
                <a:lnTo>
                  <a:pt x="119761" y="0"/>
                </a:lnTo>
                <a:lnTo>
                  <a:pt x="1681099" y="0"/>
                </a:lnTo>
                <a:lnTo>
                  <a:pt x="1727725" y="9407"/>
                </a:lnTo>
                <a:lnTo>
                  <a:pt x="1765792" y="35067"/>
                </a:lnTo>
                <a:lnTo>
                  <a:pt x="1791452" y="73134"/>
                </a:lnTo>
                <a:lnTo>
                  <a:pt x="1800860" y="119761"/>
                </a:lnTo>
                <a:lnTo>
                  <a:pt x="1800860" y="599059"/>
                </a:lnTo>
                <a:lnTo>
                  <a:pt x="1791452" y="645685"/>
                </a:lnTo>
                <a:lnTo>
                  <a:pt x="1765792" y="683752"/>
                </a:lnTo>
                <a:lnTo>
                  <a:pt x="1727725" y="709412"/>
                </a:lnTo>
                <a:lnTo>
                  <a:pt x="1681099" y="718820"/>
                </a:lnTo>
                <a:lnTo>
                  <a:pt x="119761" y="718820"/>
                </a:lnTo>
                <a:lnTo>
                  <a:pt x="73134" y="709412"/>
                </a:lnTo>
                <a:lnTo>
                  <a:pt x="35067" y="683752"/>
                </a:lnTo>
                <a:lnTo>
                  <a:pt x="9407" y="645685"/>
                </a:lnTo>
                <a:lnTo>
                  <a:pt x="0" y="599059"/>
                </a:lnTo>
                <a:lnTo>
                  <a:pt x="0" y="119761"/>
                </a:lnTo>
                <a:close/>
              </a:path>
            </a:pathLst>
          </a:custGeom>
          <a:ln w="2032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11" name="object 33"/>
          <p:cNvSpPr txBox="1"/>
          <p:nvPr>
            <p:custDataLst>
              <p:tags r:id="rId9"/>
            </p:custDataLst>
          </p:nvPr>
        </p:nvSpPr>
        <p:spPr>
          <a:xfrm>
            <a:off x="2361661" y="3221324"/>
            <a:ext cx="7886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 rtl="0" fontAlgn="auto">
              <a:spcBef>
                <a:spcPts val="100"/>
              </a:spcBef>
              <a:spcAft>
                <a:spcPts val="0"/>
              </a:spcAft>
            </a:pPr>
            <a:r>
              <a:rPr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Fu</a:t>
            </a: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sion  </a:t>
            </a:r>
            <a:r>
              <a:rPr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G</a:t>
            </a:r>
            <a:r>
              <a:rPr sz="1800" spc="1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e</a:t>
            </a:r>
            <a:r>
              <a:rPr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nes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12" name="object 34"/>
          <p:cNvSpPr/>
          <p:nvPr>
            <p:custDataLst>
              <p:tags r:id="rId10"/>
            </p:custDataLst>
          </p:nvPr>
        </p:nvSpPr>
        <p:spPr>
          <a:xfrm>
            <a:off x="3419880" y="4712356"/>
            <a:ext cx="1260000" cy="431800"/>
          </a:xfrm>
          <a:custGeom>
            <a:avLst/>
            <a:gdLst/>
            <a:ahLst/>
            <a:cxnLst/>
            <a:rect l="l" t="t" r="r" b="b"/>
            <a:pathLst>
              <a:path w="1800859" h="431800">
                <a:moveTo>
                  <a:pt x="0" y="72009"/>
                </a:moveTo>
                <a:lnTo>
                  <a:pt x="5661" y="43987"/>
                </a:lnTo>
                <a:lnTo>
                  <a:pt x="21097" y="21097"/>
                </a:lnTo>
                <a:lnTo>
                  <a:pt x="43987" y="5661"/>
                </a:lnTo>
                <a:lnTo>
                  <a:pt x="72009" y="0"/>
                </a:lnTo>
                <a:lnTo>
                  <a:pt x="1728851" y="0"/>
                </a:lnTo>
                <a:lnTo>
                  <a:pt x="1756872" y="5661"/>
                </a:lnTo>
                <a:lnTo>
                  <a:pt x="1779762" y="21097"/>
                </a:lnTo>
                <a:lnTo>
                  <a:pt x="1795198" y="43987"/>
                </a:lnTo>
                <a:lnTo>
                  <a:pt x="1800860" y="72009"/>
                </a:lnTo>
                <a:lnTo>
                  <a:pt x="1800860" y="359791"/>
                </a:lnTo>
                <a:lnTo>
                  <a:pt x="1795198" y="387812"/>
                </a:lnTo>
                <a:lnTo>
                  <a:pt x="1779762" y="410702"/>
                </a:lnTo>
                <a:lnTo>
                  <a:pt x="1756872" y="426138"/>
                </a:lnTo>
                <a:lnTo>
                  <a:pt x="1728851" y="431800"/>
                </a:lnTo>
                <a:lnTo>
                  <a:pt x="72009" y="431800"/>
                </a:lnTo>
                <a:lnTo>
                  <a:pt x="43987" y="426138"/>
                </a:lnTo>
                <a:lnTo>
                  <a:pt x="21097" y="410702"/>
                </a:lnTo>
                <a:lnTo>
                  <a:pt x="5661" y="387812"/>
                </a:lnTo>
                <a:lnTo>
                  <a:pt x="0" y="359791"/>
                </a:lnTo>
                <a:lnTo>
                  <a:pt x="0" y="72009"/>
                </a:lnTo>
                <a:close/>
              </a:path>
            </a:pathLst>
          </a:custGeom>
          <a:ln w="2032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13" name="object 35"/>
          <p:cNvSpPr txBox="1"/>
          <p:nvPr>
            <p:custDataLst>
              <p:tags r:id="rId11"/>
            </p:custDataLst>
          </p:nvPr>
        </p:nvSpPr>
        <p:spPr>
          <a:xfrm>
            <a:off x="3713277" y="4745068"/>
            <a:ext cx="7207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rtl="0" fontAlgn="auto">
              <a:spcBef>
                <a:spcPts val="100"/>
              </a:spcBef>
              <a:spcAft>
                <a:spcPts val="0"/>
              </a:spcAft>
            </a:pP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Kno</a:t>
            </a:r>
            <a:r>
              <a:rPr sz="1800" spc="-4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w</a:t>
            </a: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14" name="object 36"/>
          <p:cNvSpPr/>
          <p:nvPr>
            <p:custDataLst>
              <p:tags r:id="rId12"/>
            </p:custDataLst>
          </p:nvPr>
        </p:nvSpPr>
        <p:spPr>
          <a:xfrm>
            <a:off x="3401549" y="5537059"/>
            <a:ext cx="1260000" cy="431800"/>
          </a:xfrm>
          <a:custGeom>
            <a:avLst/>
            <a:gdLst/>
            <a:ahLst/>
            <a:cxnLst/>
            <a:rect l="l" t="t" r="r" b="b"/>
            <a:pathLst>
              <a:path w="1800859" h="431800">
                <a:moveTo>
                  <a:pt x="0" y="72009"/>
                </a:moveTo>
                <a:lnTo>
                  <a:pt x="5661" y="43987"/>
                </a:lnTo>
                <a:lnTo>
                  <a:pt x="21097" y="21097"/>
                </a:lnTo>
                <a:lnTo>
                  <a:pt x="43987" y="5661"/>
                </a:lnTo>
                <a:lnTo>
                  <a:pt x="72009" y="0"/>
                </a:lnTo>
                <a:lnTo>
                  <a:pt x="1728851" y="0"/>
                </a:lnTo>
                <a:lnTo>
                  <a:pt x="1756872" y="5661"/>
                </a:lnTo>
                <a:lnTo>
                  <a:pt x="1779762" y="21097"/>
                </a:lnTo>
                <a:lnTo>
                  <a:pt x="1795198" y="43987"/>
                </a:lnTo>
                <a:lnTo>
                  <a:pt x="1800860" y="72009"/>
                </a:lnTo>
                <a:lnTo>
                  <a:pt x="1800860" y="359829"/>
                </a:lnTo>
                <a:lnTo>
                  <a:pt x="1795198" y="387844"/>
                </a:lnTo>
                <a:lnTo>
                  <a:pt x="1779762" y="410721"/>
                </a:lnTo>
                <a:lnTo>
                  <a:pt x="1756872" y="426144"/>
                </a:lnTo>
                <a:lnTo>
                  <a:pt x="1728851" y="431800"/>
                </a:lnTo>
                <a:lnTo>
                  <a:pt x="72009" y="431800"/>
                </a:lnTo>
                <a:lnTo>
                  <a:pt x="43987" y="426144"/>
                </a:lnTo>
                <a:lnTo>
                  <a:pt x="21097" y="410721"/>
                </a:lnTo>
                <a:lnTo>
                  <a:pt x="5661" y="387844"/>
                </a:lnTo>
                <a:lnTo>
                  <a:pt x="0" y="359829"/>
                </a:lnTo>
                <a:lnTo>
                  <a:pt x="0" y="72009"/>
                </a:lnTo>
                <a:close/>
              </a:path>
            </a:pathLst>
          </a:custGeom>
          <a:ln w="2032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15" name="object 37"/>
          <p:cNvSpPr txBox="1"/>
          <p:nvPr>
            <p:custDataLst>
              <p:tags r:id="rId13"/>
            </p:custDataLst>
          </p:nvPr>
        </p:nvSpPr>
        <p:spPr>
          <a:xfrm>
            <a:off x="3534927" y="5570407"/>
            <a:ext cx="10420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rtl="0" fontAlgn="auto">
              <a:spcBef>
                <a:spcPts val="100"/>
              </a:spcBef>
              <a:spcAft>
                <a:spcPts val="0"/>
              </a:spcAft>
            </a:pP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Prediction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16" name="object 38"/>
          <p:cNvSpPr/>
          <p:nvPr>
            <p:custDataLst>
              <p:tags r:id="rId14"/>
            </p:custDataLst>
          </p:nvPr>
        </p:nvSpPr>
        <p:spPr>
          <a:xfrm>
            <a:off x="4958019" y="5083265"/>
            <a:ext cx="1260000" cy="431800"/>
          </a:xfrm>
          <a:custGeom>
            <a:avLst/>
            <a:gdLst/>
            <a:ahLst/>
            <a:cxnLst/>
            <a:rect l="l" t="t" r="r" b="b"/>
            <a:pathLst>
              <a:path w="1798320" h="431800">
                <a:moveTo>
                  <a:pt x="0" y="72009"/>
                </a:moveTo>
                <a:lnTo>
                  <a:pt x="5661" y="43987"/>
                </a:lnTo>
                <a:lnTo>
                  <a:pt x="21097" y="21097"/>
                </a:lnTo>
                <a:lnTo>
                  <a:pt x="43987" y="5661"/>
                </a:lnTo>
                <a:lnTo>
                  <a:pt x="72009" y="0"/>
                </a:lnTo>
                <a:lnTo>
                  <a:pt x="1726311" y="0"/>
                </a:lnTo>
                <a:lnTo>
                  <a:pt x="1754332" y="5661"/>
                </a:lnTo>
                <a:lnTo>
                  <a:pt x="1777222" y="21097"/>
                </a:lnTo>
                <a:lnTo>
                  <a:pt x="1792658" y="43987"/>
                </a:lnTo>
                <a:lnTo>
                  <a:pt x="1798320" y="72009"/>
                </a:lnTo>
                <a:lnTo>
                  <a:pt x="1798320" y="359791"/>
                </a:lnTo>
                <a:lnTo>
                  <a:pt x="1792658" y="387812"/>
                </a:lnTo>
                <a:lnTo>
                  <a:pt x="1777222" y="410702"/>
                </a:lnTo>
                <a:lnTo>
                  <a:pt x="1754332" y="426138"/>
                </a:lnTo>
                <a:lnTo>
                  <a:pt x="1726311" y="431800"/>
                </a:lnTo>
                <a:lnTo>
                  <a:pt x="72009" y="431800"/>
                </a:lnTo>
                <a:lnTo>
                  <a:pt x="43987" y="426138"/>
                </a:lnTo>
                <a:lnTo>
                  <a:pt x="21097" y="410702"/>
                </a:lnTo>
                <a:lnTo>
                  <a:pt x="5661" y="387812"/>
                </a:lnTo>
                <a:lnTo>
                  <a:pt x="0" y="359791"/>
                </a:lnTo>
                <a:lnTo>
                  <a:pt x="0" y="72009"/>
                </a:lnTo>
                <a:close/>
              </a:path>
            </a:pathLst>
          </a:custGeom>
          <a:ln w="2032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17" name="object 39"/>
          <p:cNvSpPr txBox="1"/>
          <p:nvPr>
            <p:custDataLst>
              <p:tags r:id="rId15"/>
            </p:custDataLst>
          </p:nvPr>
        </p:nvSpPr>
        <p:spPr>
          <a:xfrm>
            <a:off x="4841872" y="5117052"/>
            <a:ext cx="134696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555" rtl="0" fontAlgn="auto">
              <a:spcBef>
                <a:spcPts val="100"/>
              </a:spcBef>
              <a:spcAft>
                <a:spcPts val="0"/>
              </a:spcAft>
            </a:pP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Expression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18" name="object 42"/>
          <p:cNvSpPr/>
          <p:nvPr>
            <p:custDataLst>
              <p:tags r:id="rId16"/>
            </p:custDataLst>
          </p:nvPr>
        </p:nvSpPr>
        <p:spPr>
          <a:xfrm>
            <a:off x="4973292" y="2394858"/>
            <a:ext cx="1260000" cy="434340"/>
          </a:xfrm>
          <a:custGeom>
            <a:avLst/>
            <a:gdLst/>
            <a:ahLst/>
            <a:cxnLst/>
            <a:rect l="l" t="t" r="r" b="b"/>
            <a:pathLst>
              <a:path w="1798320" h="434339">
                <a:moveTo>
                  <a:pt x="0" y="72389"/>
                </a:moveTo>
                <a:lnTo>
                  <a:pt x="5685" y="44201"/>
                </a:lnTo>
                <a:lnTo>
                  <a:pt x="21193" y="21193"/>
                </a:lnTo>
                <a:lnTo>
                  <a:pt x="44201" y="5685"/>
                </a:lnTo>
                <a:lnTo>
                  <a:pt x="72390" y="0"/>
                </a:lnTo>
                <a:lnTo>
                  <a:pt x="1725929" y="0"/>
                </a:lnTo>
                <a:lnTo>
                  <a:pt x="1754118" y="5685"/>
                </a:lnTo>
                <a:lnTo>
                  <a:pt x="1777126" y="21193"/>
                </a:lnTo>
                <a:lnTo>
                  <a:pt x="1792634" y="44201"/>
                </a:lnTo>
                <a:lnTo>
                  <a:pt x="1798320" y="72389"/>
                </a:lnTo>
                <a:lnTo>
                  <a:pt x="1798320" y="361950"/>
                </a:lnTo>
                <a:lnTo>
                  <a:pt x="1792634" y="390138"/>
                </a:lnTo>
                <a:lnTo>
                  <a:pt x="1777126" y="413146"/>
                </a:lnTo>
                <a:lnTo>
                  <a:pt x="1754118" y="428654"/>
                </a:lnTo>
                <a:lnTo>
                  <a:pt x="1725929" y="434339"/>
                </a:lnTo>
                <a:lnTo>
                  <a:pt x="72390" y="434339"/>
                </a:lnTo>
                <a:lnTo>
                  <a:pt x="44201" y="428654"/>
                </a:lnTo>
                <a:lnTo>
                  <a:pt x="21193" y="413146"/>
                </a:lnTo>
                <a:lnTo>
                  <a:pt x="5685" y="390138"/>
                </a:lnTo>
                <a:lnTo>
                  <a:pt x="0" y="361950"/>
                </a:lnTo>
                <a:lnTo>
                  <a:pt x="0" y="72389"/>
                </a:lnTo>
                <a:close/>
              </a:path>
            </a:pathLst>
          </a:custGeom>
          <a:ln w="2032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19" name="object 43"/>
          <p:cNvSpPr txBox="1"/>
          <p:nvPr/>
        </p:nvSpPr>
        <p:spPr>
          <a:xfrm>
            <a:off x="4870632" y="2439879"/>
            <a:ext cx="130358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555" rtl="0" fontAlgn="auto">
              <a:spcBef>
                <a:spcPts val="100"/>
              </a:spcBef>
              <a:spcAft>
                <a:spcPts val="0"/>
              </a:spcAft>
            </a:pP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Expression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20" name="object 44"/>
          <p:cNvSpPr/>
          <p:nvPr>
            <p:custDataLst>
              <p:tags r:id="rId17"/>
            </p:custDataLst>
          </p:nvPr>
        </p:nvSpPr>
        <p:spPr>
          <a:xfrm>
            <a:off x="6529235" y="1751811"/>
            <a:ext cx="1571166" cy="4275537"/>
          </a:xfrm>
          <a:custGeom>
            <a:avLst/>
            <a:gdLst/>
            <a:ahLst/>
            <a:cxnLst/>
            <a:rect l="l" t="t" r="r" b="b"/>
            <a:pathLst>
              <a:path w="2052320" h="4455160">
                <a:moveTo>
                  <a:pt x="0" y="342011"/>
                </a:moveTo>
                <a:lnTo>
                  <a:pt x="3122" y="295610"/>
                </a:lnTo>
                <a:lnTo>
                  <a:pt x="12219" y="251104"/>
                </a:lnTo>
                <a:lnTo>
                  <a:pt x="26882" y="208901"/>
                </a:lnTo>
                <a:lnTo>
                  <a:pt x="46703" y="169408"/>
                </a:lnTo>
                <a:lnTo>
                  <a:pt x="71273" y="133034"/>
                </a:lnTo>
                <a:lnTo>
                  <a:pt x="100187" y="100187"/>
                </a:lnTo>
                <a:lnTo>
                  <a:pt x="133034" y="71273"/>
                </a:lnTo>
                <a:lnTo>
                  <a:pt x="169408" y="46703"/>
                </a:lnTo>
                <a:lnTo>
                  <a:pt x="208901" y="26882"/>
                </a:lnTo>
                <a:lnTo>
                  <a:pt x="251104" y="12219"/>
                </a:lnTo>
                <a:lnTo>
                  <a:pt x="295610" y="3122"/>
                </a:lnTo>
                <a:lnTo>
                  <a:pt x="342010" y="0"/>
                </a:lnTo>
                <a:lnTo>
                  <a:pt x="1710308" y="0"/>
                </a:lnTo>
                <a:lnTo>
                  <a:pt x="1756709" y="3122"/>
                </a:lnTo>
                <a:lnTo>
                  <a:pt x="1801215" y="12219"/>
                </a:lnTo>
                <a:lnTo>
                  <a:pt x="1843418" y="26882"/>
                </a:lnTo>
                <a:lnTo>
                  <a:pt x="1882911" y="46703"/>
                </a:lnTo>
                <a:lnTo>
                  <a:pt x="1919285" y="71273"/>
                </a:lnTo>
                <a:lnTo>
                  <a:pt x="1952132" y="100187"/>
                </a:lnTo>
                <a:lnTo>
                  <a:pt x="1981046" y="133034"/>
                </a:lnTo>
                <a:lnTo>
                  <a:pt x="2005616" y="169408"/>
                </a:lnTo>
                <a:lnTo>
                  <a:pt x="2025437" y="208901"/>
                </a:lnTo>
                <a:lnTo>
                  <a:pt x="2040100" y="251104"/>
                </a:lnTo>
                <a:lnTo>
                  <a:pt x="2049197" y="295610"/>
                </a:lnTo>
                <a:lnTo>
                  <a:pt x="2052320" y="342011"/>
                </a:lnTo>
                <a:lnTo>
                  <a:pt x="2052320" y="4113149"/>
                </a:lnTo>
                <a:lnTo>
                  <a:pt x="2049197" y="4159552"/>
                </a:lnTo>
                <a:lnTo>
                  <a:pt x="2040100" y="4204060"/>
                </a:lnTo>
                <a:lnTo>
                  <a:pt x="2025437" y="4246264"/>
                </a:lnTo>
                <a:lnTo>
                  <a:pt x="2005616" y="4285757"/>
                </a:lnTo>
                <a:lnTo>
                  <a:pt x="1981046" y="4322130"/>
                </a:lnTo>
                <a:lnTo>
                  <a:pt x="1952132" y="4354977"/>
                </a:lnTo>
                <a:lnTo>
                  <a:pt x="1919285" y="4383889"/>
                </a:lnTo>
                <a:lnTo>
                  <a:pt x="1882911" y="4408459"/>
                </a:lnTo>
                <a:lnTo>
                  <a:pt x="1843418" y="4428279"/>
                </a:lnTo>
                <a:lnTo>
                  <a:pt x="1801215" y="4442941"/>
                </a:lnTo>
                <a:lnTo>
                  <a:pt x="1756709" y="4452037"/>
                </a:lnTo>
                <a:lnTo>
                  <a:pt x="1710308" y="4455160"/>
                </a:lnTo>
                <a:lnTo>
                  <a:pt x="342010" y="4455160"/>
                </a:lnTo>
                <a:lnTo>
                  <a:pt x="295610" y="4452037"/>
                </a:lnTo>
                <a:lnTo>
                  <a:pt x="251104" y="4442941"/>
                </a:lnTo>
                <a:lnTo>
                  <a:pt x="208901" y="4428279"/>
                </a:lnTo>
                <a:lnTo>
                  <a:pt x="169408" y="4408459"/>
                </a:lnTo>
                <a:lnTo>
                  <a:pt x="133034" y="4383889"/>
                </a:lnTo>
                <a:lnTo>
                  <a:pt x="100187" y="4354977"/>
                </a:lnTo>
                <a:lnTo>
                  <a:pt x="71273" y="4322130"/>
                </a:lnTo>
                <a:lnTo>
                  <a:pt x="46703" y="4285757"/>
                </a:lnTo>
                <a:lnTo>
                  <a:pt x="26882" y="4246264"/>
                </a:lnTo>
                <a:lnTo>
                  <a:pt x="12219" y="4204060"/>
                </a:lnTo>
                <a:lnTo>
                  <a:pt x="3122" y="4159552"/>
                </a:lnTo>
                <a:lnTo>
                  <a:pt x="0" y="4113149"/>
                </a:lnTo>
                <a:lnTo>
                  <a:pt x="0" y="342011"/>
                </a:lnTo>
                <a:close/>
              </a:path>
            </a:pathLst>
          </a:custGeom>
          <a:ln w="28575">
            <a:solidFill>
              <a:srgbClr val="008DCC"/>
            </a:solidFill>
            <a:prstDash val="dash"/>
          </a:ln>
        </p:spPr>
        <p:txBody>
          <a:bodyPr wrap="square" lIns="0" tIns="0" rIns="0" bIns="0" rtlCol="0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21" name="object 45"/>
          <p:cNvSpPr txBox="1"/>
          <p:nvPr/>
        </p:nvSpPr>
        <p:spPr>
          <a:xfrm>
            <a:off x="6711930" y="3091253"/>
            <a:ext cx="11514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rtl="0" fontAlgn="auto">
              <a:spcBef>
                <a:spcPts val="100"/>
              </a:spcBef>
              <a:spcAft>
                <a:spcPts val="0"/>
              </a:spcAft>
            </a:pPr>
            <a:r>
              <a:rPr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Functional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12700" rtl="0" fontAlgn="auto">
              <a:spcBef>
                <a:spcPts val="5"/>
              </a:spcBef>
              <a:spcAft>
                <a:spcPts val="0"/>
              </a:spcAft>
            </a:pP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An</a:t>
            </a:r>
            <a:r>
              <a:rPr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</a:t>
            </a: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otati</a:t>
            </a:r>
            <a:r>
              <a:rPr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o</a:t>
            </a: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22" name="object 46"/>
          <p:cNvSpPr txBox="1"/>
          <p:nvPr/>
        </p:nvSpPr>
        <p:spPr>
          <a:xfrm>
            <a:off x="6715859" y="4178246"/>
            <a:ext cx="119458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580" rtl="0" fontAlgn="auto">
              <a:spcBef>
                <a:spcPts val="100"/>
              </a:spcBef>
              <a:spcAft>
                <a:spcPts val="0"/>
              </a:spcAft>
            </a:pPr>
            <a:r>
              <a:rPr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Functional </a:t>
            </a:r>
            <a:r>
              <a:rPr sz="1800" spc="-65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Enr</a:t>
            </a:r>
            <a:r>
              <a:rPr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</a:t>
            </a: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chm</a:t>
            </a:r>
            <a:r>
              <a:rPr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ent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23" name="object 49"/>
          <p:cNvSpPr/>
          <p:nvPr>
            <p:custDataLst>
              <p:tags r:id="rId18"/>
            </p:custDataLst>
          </p:nvPr>
        </p:nvSpPr>
        <p:spPr>
          <a:xfrm>
            <a:off x="3430973" y="3011800"/>
            <a:ext cx="1260000" cy="431800"/>
          </a:xfrm>
          <a:custGeom>
            <a:avLst/>
            <a:gdLst/>
            <a:ahLst/>
            <a:cxnLst/>
            <a:rect l="l" t="t" r="r" b="b"/>
            <a:pathLst>
              <a:path w="1800859" h="431800">
                <a:moveTo>
                  <a:pt x="0" y="72009"/>
                </a:moveTo>
                <a:lnTo>
                  <a:pt x="5661" y="43987"/>
                </a:lnTo>
                <a:lnTo>
                  <a:pt x="21097" y="21097"/>
                </a:lnTo>
                <a:lnTo>
                  <a:pt x="43987" y="5661"/>
                </a:lnTo>
                <a:lnTo>
                  <a:pt x="72009" y="0"/>
                </a:lnTo>
                <a:lnTo>
                  <a:pt x="1728851" y="0"/>
                </a:lnTo>
                <a:lnTo>
                  <a:pt x="1756872" y="5661"/>
                </a:lnTo>
                <a:lnTo>
                  <a:pt x="1779762" y="21097"/>
                </a:lnTo>
                <a:lnTo>
                  <a:pt x="1795198" y="43987"/>
                </a:lnTo>
                <a:lnTo>
                  <a:pt x="1800860" y="72009"/>
                </a:lnTo>
                <a:lnTo>
                  <a:pt x="1800860" y="359791"/>
                </a:lnTo>
                <a:lnTo>
                  <a:pt x="1795198" y="387812"/>
                </a:lnTo>
                <a:lnTo>
                  <a:pt x="1779762" y="410702"/>
                </a:lnTo>
                <a:lnTo>
                  <a:pt x="1756872" y="426138"/>
                </a:lnTo>
                <a:lnTo>
                  <a:pt x="1728851" y="431800"/>
                </a:lnTo>
                <a:lnTo>
                  <a:pt x="72009" y="431800"/>
                </a:lnTo>
                <a:lnTo>
                  <a:pt x="43987" y="426138"/>
                </a:lnTo>
                <a:lnTo>
                  <a:pt x="21097" y="410702"/>
                </a:lnTo>
                <a:lnTo>
                  <a:pt x="5661" y="387812"/>
                </a:lnTo>
                <a:lnTo>
                  <a:pt x="0" y="359791"/>
                </a:lnTo>
                <a:lnTo>
                  <a:pt x="0" y="72009"/>
                </a:lnTo>
                <a:close/>
              </a:path>
            </a:pathLst>
          </a:custGeom>
          <a:ln w="2032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24" name="object 50"/>
          <p:cNvSpPr txBox="1"/>
          <p:nvPr>
            <p:custDataLst>
              <p:tags r:id="rId19"/>
            </p:custDataLst>
          </p:nvPr>
        </p:nvSpPr>
        <p:spPr>
          <a:xfrm>
            <a:off x="3305826" y="3074410"/>
            <a:ext cx="139996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110" rtl="0" fontAlgn="auto">
              <a:spcBef>
                <a:spcPts val="100"/>
              </a:spcBef>
              <a:spcAft>
                <a:spcPts val="0"/>
              </a:spcAft>
            </a:pPr>
            <a:r>
              <a:rPr sz="1800" spc="-5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Prediction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pic>
        <p:nvPicPr>
          <p:cNvPr id="125" name="object 57"/>
          <p:cNvPicPr/>
          <p:nvPr>
            <p:custDataLst>
              <p:tags r:id="rId20"/>
            </p:custDataLst>
          </p:nvPr>
        </p:nvPicPr>
        <p:blipFill>
          <a:blip r:embed="rId21" cstate="print"/>
          <a:stretch>
            <a:fillRect/>
          </a:stretch>
        </p:blipFill>
        <p:spPr>
          <a:xfrm>
            <a:off x="5315586" y="3934719"/>
            <a:ext cx="586740" cy="883919"/>
          </a:xfrm>
          <a:prstGeom prst="rect">
            <a:avLst/>
          </a:prstGeom>
        </p:spPr>
      </p:pic>
      <p:pic>
        <p:nvPicPr>
          <p:cNvPr id="126" name="object 59"/>
          <p:cNvPicPr/>
          <p:nvPr>
            <p:custDataLst>
              <p:tags r:id="rId22"/>
            </p:custDataLst>
          </p:nvPr>
        </p:nvPicPr>
        <p:blipFill>
          <a:blip r:embed="rId23" cstate="print"/>
          <a:stretch>
            <a:fillRect/>
          </a:stretch>
        </p:blipFill>
        <p:spPr>
          <a:xfrm>
            <a:off x="6609803" y="1954109"/>
            <a:ext cx="1420548" cy="980155"/>
          </a:xfrm>
          <a:prstGeom prst="rect">
            <a:avLst/>
          </a:prstGeom>
        </p:spPr>
      </p:pic>
      <p:pic>
        <p:nvPicPr>
          <p:cNvPr id="127" name="object 60"/>
          <p:cNvPicPr/>
          <p:nvPr>
            <p:custDataLst>
              <p:tags r:id="rId24"/>
            </p:custDataLst>
          </p:nvPr>
        </p:nvPicPr>
        <p:blipFill>
          <a:blip r:embed="rId25" cstate="print"/>
          <a:stretch>
            <a:fillRect/>
          </a:stretch>
        </p:blipFill>
        <p:spPr>
          <a:xfrm>
            <a:off x="5071838" y="3060201"/>
            <a:ext cx="1176020" cy="820420"/>
          </a:xfrm>
          <a:prstGeom prst="rect">
            <a:avLst/>
          </a:prstGeom>
        </p:spPr>
      </p:pic>
      <p:pic>
        <p:nvPicPr>
          <p:cNvPr id="128" name="object 64"/>
          <p:cNvPicPr/>
          <p:nvPr>
            <p:custDataLst>
              <p:tags r:id="rId26"/>
            </p:custDataLst>
          </p:nvPr>
        </p:nvPicPr>
        <p:blipFill>
          <a:blip r:embed="rId27" cstate="print"/>
          <a:stretch>
            <a:fillRect/>
          </a:stretch>
        </p:blipFill>
        <p:spPr>
          <a:xfrm>
            <a:off x="6534531" y="4902057"/>
            <a:ext cx="1419859" cy="1013459"/>
          </a:xfrm>
          <a:prstGeom prst="rect">
            <a:avLst/>
          </a:prstGeom>
        </p:spPr>
      </p:pic>
      <p:sp>
        <p:nvSpPr>
          <p:cNvPr id="129" name="object 28"/>
          <p:cNvSpPr/>
          <p:nvPr>
            <p:custDataLst>
              <p:tags r:id="rId28"/>
            </p:custDataLst>
          </p:nvPr>
        </p:nvSpPr>
        <p:spPr>
          <a:xfrm>
            <a:off x="2055395" y="4335071"/>
            <a:ext cx="1260000" cy="431800"/>
          </a:xfrm>
          <a:custGeom>
            <a:avLst/>
            <a:gdLst/>
            <a:ahLst/>
            <a:cxnLst/>
            <a:rect l="l" t="t" r="r" b="b"/>
            <a:pathLst>
              <a:path w="1800860" h="431800">
                <a:moveTo>
                  <a:pt x="0" y="72008"/>
                </a:moveTo>
                <a:lnTo>
                  <a:pt x="5661" y="43987"/>
                </a:lnTo>
                <a:lnTo>
                  <a:pt x="21097" y="21097"/>
                </a:lnTo>
                <a:lnTo>
                  <a:pt x="43987" y="5661"/>
                </a:lnTo>
                <a:lnTo>
                  <a:pt x="72009" y="0"/>
                </a:lnTo>
                <a:lnTo>
                  <a:pt x="1728851" y="0"/>
                </a:lnTo>
                <a:lnTo>
                  <a:pt x="1756872" y="5661"/>
                </a:lnTo>
                <a:lnTo>
                  <a:pt x="1779762" y="21097"/>
                </a:lnTo>
                <a:lnTo>
                  <a:pt x="1795198" y="43987"/>
                </a:lnTo>
                <a:lnTo>
                  <a:pt x="1800860" y="72008"/>
                </a:lnTo>
                <a:lnTo>
                  <a:pt x="1800860" y="359790"/>
                </a:lnTo>
                <a:lnTo>
                  <a:pt x="1795198" y="387812"/>
                </a:lnTo>
                <a:lnTo>
                  <a:pt x="1779762" y="410702"/>
                </a:lnTo>
                <a:lnTo>
                  <a:pt x="1756872" y="426138"/>
                </a:lnTo>
                <a:lnTo>
                  <a:pt x="1728851" y="431800"/>
                </a:lnTo>
                <a:lnTo>
                  <a:pt x="72009" y="431800"/>
                </a:lnTo>
                <a:lnTo>
                  <a:pt x="43987" y="426138"/>
                </a:lnTo>
                <a:lnTo>
                  <a:pt x="21097" y="410702"/>
                </a:lnTo>
                <a:lnTo>
                  <a:pt x="5661" y="387812"/>
                </a:lnTo>
                <a:lnTo>
                  <a:pt x="0" y="359790"/>
                </a:lnTo>
                <a:lnTo>
                  <a:pt x="0" y="72008"/>
                </a:lnTo>
                <a:close/>
              </a:path>
            </a:pathLst>
          </a:custGeom>
          <a:ln w="2032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30" name="object 29"/>
          <p:cNvSpPr txBox="1"/>
          <p:nvPr>
            <p:custDataLst>
              <p:tags r:id="rId29"/>
            </p:custDataLst>
          </p:nvPr>
        </p:nvSpPr>
        <p:spPr>
          <a:xfrm>
            <a:off x="1789656" y="4379775"/>
            <a:ext cx="133431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8325" rtl="0" fontAlgn="auto">
              <a:spcBef>
                <a:spcPts val="100"/>
              </a:spcBef>
              <a:spcAft>
                <a:spcPts val="0"/>
              </a:spcAft>
            </a:pPr>
            <a:r>
              <a:rPr lang="en-US" altLang="zh-CN" sz="1800" dirty="0" err="1">
                <a:solidFill>
                  <a:prstClr val="black"/>
                </a:solidFill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>lncRNA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31" name="object 30"/>
          <p:cNvSpPr/>
          <p:nvPr>
            <p:custDataLst>
              <p:tags r:id="rId30"/>
            </p:custDataLst>
          </p:nvPr>
        </p:nvSpPr>
        <p:spPr>
          <a:xfrm>
            <a:off x="2061005" y="5077827"/>
            <a:ext cx="1260000" cy="485578"/>
          </a:xfrm>
          <a:custGeom>
            <a:avLst/>
            <a:gdLst/>
            <a:ahLst/>
            <a:cxnLst/>
            <a:rect l="l" t="t" r="r" b="b"/>
            <a:pathLst>
              <a:path w="1800860" h="718819">
                <a:moveTo>
                  <a:pt x="0" y="119760"/>
                </a:moveTo>
                <a:lnTo>
                  <a:pt x="9407" y="73134"/>
                </a:lnTo>
                <a:lnTo>
                  <a:pt x="35067" y="35067"/>
                </a:lnTo>
                <a:lnTo>
                  <a:pt x="73134" y="9407"/>
                </a:lnTo>
                <a:lnTo>
                  <a:pt x="119761" y="0"/>
                </a:lnTo>
                <a:lnTo>
                  <a:pt x="1681099" y="0"/>
                </a:lnTo>
                <a:lnTo>
                  <a:pt x="1727725" y="9407"/>
                </a:lnTo>
                <a:lnTo>
                  <a:pt x="1765792" y="35067"/>
                </a:lnTo>
                <a:lnTo>
                  <a:pt x="1791452" y="73134"/>
                </a:lnTo>
                <a:lnTo>
                  <a:pt x="1800860" y="119760"/>
                </a:lnTo>
                <a:lnTo>
                  <a:pt x="1800860" y="599058"/>
                </a:lnTo>
                <a:lnTo>
                  <a:pt x="1791452" y="645685"/>
                </a:lnTo>
                <a:lnTo>
                  <a:pt x="1765792" y="683752"/>
                </a:lnTo>
                <a:lnTo>
                  <a:pt x="1727725" y="709412"/>
                </a:lnTo>
                <a:lnTo>
                  <a:pt x="1681099" y="718819"/>
                </a:lnTo>
                <a:lnTo>
                  <a:pt x="119761" y="718819"/>
                </a:lnTo>
                <a:lnTo>
                  <a:pt x="73134" y="709412"/>
                </a:lnTo>
                <a:lnTo>
                  <a:pt x="35067" y="683752"/>
                </a:lnTo>
                <a:lnTo>
                  <a:pt x="9407" y="645685"/>
                </a:lnTo>
                <a:lnTo>
                  <a:pt x="0" y="599058"/>
                </a:lnTo>
                <a:lnTo>
                  <a:pt x="0" y="119760"/>
                </a:lnTo>
                <a:close/>
              </a:path>
            </a:pathLst>
          </a:custGeom>
          <a:ln w="2032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32" name="object 31"/>
          <p:cNvSpPr txBox="1"/>
          <p:nvPr>
            <p:custDataLst>
              <p:tags r:id="rId31"/>
            </p:custDataLst>
          </p:nvPr>
        </p:nvSpPr>
        <p:spPr>
          <a:xfrm>
            <a:off x="2344319" y="5163494"/>
            <a:ext cx="12255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640" marR="5080" indent="-154940" rtl="0" fontAlgn="auto">
              <a:spcBef>
                <a:spcPts val="10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miRNA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33" name="object 30"/>
          <p:cNvSpPr/>
          <p:nvPr>
            <p:custDataLst>
              <p:tags r:id="rId32"/>
            </p:custDataLst>
          </p:nvPr>
        </p:nvSpPr>
        <p:spPr>
          <a:xfrm>
            <a:off x="2061749" y="5941681"/>
            <a:ext cx="1260000" cy="485578"/>
          </a:xfrm>
          <a:custGeom>
            <a:avLst/>
            <a:gdLst/>
            <a:ahLst/>
            <a:cxnLst/>
            <a:rect l="l" t="t" r="r" b="b"/>
            <a:pathLst>
              <a:path w="1800860" h="718819">
                <a:moveTo>
                  <a:pt x="0" y="119760"/>
                </a:moveTo>
                <a:lnTo>
                  <a:pt x="9407" y="73134"/>
                </a:lnTo>
                <a:lnTo>
                  <a:pt x="35067" y="35067"/>
                </a:lnTo>
                <a:lnTo>
                  <a:pt x="73134" y="9407"/>
                </a:lnTo>
                <a:lnTo>
                  <a:pt x="119761" y="0"/>
                </a:lnTo>
                <a:lnTo>
                  <a:pt x="1681099" y="0"/>
                </a:lnTo>
                <a:lnTo>
                  <a:pt x="1727725" y="9407"/>
                </a:lnTo>
                <a:lnTo>
                  <a:pt x="1765792" y="35067"/>
                </a:lnTo>
                <a:lnTo>
                  <a:pt x="1791452" y="73134"/>
                </a:lnTo>
                <a:lnTo>
                  <a:pt x="1800860" y="119760"/>
                </a:lnTo>
                <a:lnTo>
                  <a:pt x="1800860" y="599058"/>
                </a:lnTo>
                <a:lnTo>
                  <a:pt x="1791452" y="645685"/>
                </a:lnTo>
                <a:lnTo>
                  <a:pt x="1765792" y="683752"/>
                </a:lnTo>
                <a:lnTo>
                  <a:pt x="1727725" y="709412"/>
                </a:lnTo>
                <a:lnTo>
                  <a:pt x="1681099" y="718819"/>
                </a:lnTo>
                <a:lnTo>
                  <a:pt x="119761" y="718819"/>
                </a:lnTo>
                <a:lnTo>
                  <a:pt x="73134" y="709412"/>
                </a:lnTo>
                <a:lnTo>
                  <a:pt x="35067" y="683752"/>
                </a:lnTo>
                <a:lnTo>
                  <a:pt x="9407" y="645685"/>
                </a:lnTo>
                <a:lnTo>
                  <a:pt x="0" y="599058"/>
                </a:lnTo>
                <a:lnTo>
                  <a:pt x="0" y="119760"/>
                </a:lnTo>
                <a:close/>
              </a:path>
            </a:pathLst>
          </a:custGeom>
          <a:ln w="2032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134" name="object 31"/>
          <p:cNvSpPr txBox="1"/>
          <p:nvPr>
            <p:custDataLst>
              <p:tags r:id="rId33"/>
            </p:custDataLst>
          </p:nvPr>
        </p:nvSpPr>
        <p:spPr>
          <a:xfrm>
            <a:off x="2317015" y="6027348"/>
            <a:ext cx="12255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640" marR="5080" indent="-154940" rtl="0" fontAlgn="auto">
              <a:spcBef>
                <a:spcPts val="100"/>
              </a:spcBef>
              <a:spcAft>
                <a:spcPts val="0"/>
              </a:spcAft>
            </a:pPr>
            <a:r>
              <a:rPr lang="en-US" sz="1800" dirty="0" err="1">
                <a:solidFill>
                  <a:prstClr val="black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circRNA</a:t>
            </a:r>
            <a:endParaRPr sz="1800" dirty="0">
              <a:solidFill>
                <a:prstClr val="black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grpSp>
        <p:nvGrpSpPr>
          <p:cNvPr id="135" name="组合 134"/>
          <p:cNvGrpSpPr/>
          <p:nvPr/>
        </p:nvGrpSpPr>
        <p:grpSpPr>
          <a:xfrm>
            <a:off x="1860175" y="1875100"/>
            <a:ext cx="205323" cy="1694946"/>
            <a:chOff x="1870504" y="1626847"/>
            <a:chExt cx="205323" cy="1694946"/>
          </a:xfrm>
        </p:grpSpPr>
        <p:sp>
          <p:nvSpPr>
            <p:cNvPr id="136" name="左中括号 135"/>
            <p:cNvSpPr/>
            <p:nvPr>
              <p:custDataLst>
                <p:tags r:id="rId34"/>
              </p:custDataLst>
            </p:nvPr>
          </p:nvSpPr>
          <p:spPr>
            <a:xfrm>
              <a:off x="1877943" y="1626847"/>
              <a:ext cx="197884" cy="1694946"/>
            </a:xfrm>
            <a:prstGeom prst="leftBracket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7" name="直接连接符 136"/>
            <p:cNvCxnSpPr/>
            <p:nvPr>
              <p:custDataLst>
                <p:tags r:id="rId35"/>
              </p:custDataLst>
            </p:nvPr>
          </p:nvCxnSpPr>
          <p:spPr>
            <a:xfrm>
              <a:off x="1870504" y="2380810"/>
              <a:ext cx="180000" cy="0"/>
            </a:xfrm>
            <a:prstGeom prst="line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</p:grpSp>
      <p:grpSp>
        <p:nvGrpSpPr>
          <p:cNvPr id="138" name="组合 137"/>
          <p:cNvGrpSpPr/>
          <p:nvPr/>
        </p:nvGrpSpPr>
        <p:grpSpPr>
          <a:xfrm>
            <a:off x="1855498" y="4529476"/>
            <a:ext cx="197701" cy="1629235"/>
            <a:chOff x="1870504" y="1626847"/>
            <a:chExt cx="205323" cy="1694946"/>
          </a:xfrm>
        </p:grpSpPr>
        <p:sp>
          <p:nvSpPr>
            <p:cNvPr id="139" name="左中括号 138"/>
            <p:cNvSpPr/>
            <p:nvPr>
              <p:custDataLst>
                <p:tags r:id="rId36"/>
              </p:custDataLst>
            </p:nvPr>
          </p:nvSpPr>
          <p:spPr>
            <a:xfrm>
              <a:off x="1877943" y="1626847"/>
              <a:ext cx="197884" cy="1694946"/>
            </a:xfrm>
            <a:prstGeom prst="leftBracket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40" name="直接连接符 139"/>
            <p:cNvCxnSpPr/>
            <p:nvPr>
              <p:custDataLst>
                <p:tags r:id="rId37"/>
              </p:custDataLst>
            </p:nvPr>
          </p:nvCxnSpPr>
          <p:spPr>
            <a:xfrm>
              <a:off x="1870504" y="2439173"/>
              <a:ext cx="180000" cy="0"/>
            </a:xfrm>
            <a:prstGeom prst="line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</p:grpSp>
      <p:grpSp>
        <p:nvGrpSpPr>
          <p:cNvPr id="141" name="组合 140"/>
          <p:cNvGrpSpPr/>
          <p:nvPr/>
        </p:nvGrpSpPr>
        <p:grpSpPr>
          <a:xfrm>
            <a:off x="3348971" y="4550971"/>
            <a:ext cx="1602778" cy="1656000"/>
            <a:chOff x="3482716" y="4253613"/>
            <a:chExt cx="1602778" cy="1656000"/>
          </a:xfrm>
        </p:grpSpPr>
        <p:cxnSp>
          <p:nvCxnSpPr>
            <p:cNvPr id="142" name="直接箭头连接符 141"/>
            <p:cNvCxnSpPr/>
            <p:nvPr>
              <p:custDataLst>
                <p:tags r:id="rId38"/>
              </p:custDataLst>
            </p:nvPr>
          </p:nvCxnSpPr>
          <p:spPr>
            <a:xfrm>
              <a:off x="4869494" y="5006394"/>
              <a:ext cx="216000" cy="0"/>
            </a:xfrm>
            <a:prstGeom prst="straightConnector1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43" name="直接连接符 142"/>
            <p:cNvCxnSpPr/>
            <p:nvPr>
              <p:custDataLst>
                <p:tags r:id="rId39"/>
              </p:custDataLst>
            </p:nvPr>
          </p:nvCxnSpPr>
          <p:spPr>
            <a:xfrm flipV="1">
              <a:off x="3482716" y="4263543"/>
              <a:ext cx="1395132" cy="11197"/>
            </a:xfrm>
            <a:prstGeom prst="line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44" name="直接连接符 143"/>
            <p:cNvCxnSpPr/>
            <p:nvPr>
              <p:custDataLst>
                <p:tags r:id="rId40"/>
              </p:custDataLst>
            </p:nvPr>
          </p:nvCxnSpPr>
          <p:spPr>
            <a:xfrm flipV="1">
              <a:off x="3484249" y="5006394"/>
              <a:ext cx="1395132" cy="11197"/>
            </a:xfrm>
            <a:prstGeom prst="line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45" name="直接连接符 144"/>
            <p:cNvCxnSpPr/>
            <p:nvPr>
              <p:custDataLst>
                <p:tags r:id="rId41"/>
              </p:custDataLst>
            </p:nvPr>
          </p:nvCxnSpPr>
          <p:spPr>
            <a:xfrm flipV="1">
              <a:off x="3484249" y="5890215"/>
              <a:ext cx="1395132" cy="11197"/>
            </a:xfrm>
            <a:prstGeom prst="line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46" name="直接连接符 145"/>
            <p:cNvCxnSpPr/>
            <p:nvPr>
              <p:custDataLst>
                <p:tags r:id="rId42"/>
              </p:custDataLst>
            </p:nvPr>
          </p:nvCxnSpPr>
          <p:spPr>
            <a:xfrm rot="16200000" flipV="1">
              <a:off x="4047093" y="5076014"/>
              <a:ext cx="1656000" cy="11197"/>
            </a:xfrm>
            <a:prstGeom prst="line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</p:grpSp>
      <p:grpSp>
        <p:nvGrpSpPr>
          <p:cNvPr id="147" name="组合 146"/>
          <p:cNvGrpSpPr/>
          <p:nvPr/>
        </p:nvGrpSpPr>
        <p:grpSpPr>
          <a:xfrm>
            <a:off x="3347864" y="1843812"/>
            <a:ext cx="1631818" cy="1657960"/>
            <a:chOff x="3481609" y="1546454"/>
            <a:chExt cx="1631818" cy="1657960"/>
          </a:xfrm>
        </p:grpSpPr>
        <p:cxnSp>
          <p:nvCxnSpPr>
            <p:cNvPr id="148" name="直接连接符 147"/>
            <p:cNvCxnSpPr/>
            <p:nvPr>
              <p:custDataLst>
                <p:tags r:id="rId43"/>
              </p:custDataLst>
            </p:nvPr>
          </p:nvCxnSpPr>
          <p:spPr>
            <a:xfrm flipV="1">
              <a:off x="3496906" y="1566545"/>
              <a:ext cx="1395132" cy="11197"/>
            </a:xfrm>
            <a:prstGeom prst="line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44"/>
              </p:custDataLst>
            </p:nvPr>
          </p:nvCxnSpPr>
          <p:spPr>
            <a:xfrm flipV="1">
              <a:off x="3481609" y="2309396"/>
              <a:ext cx="1395132" cy="11197"/>
            </a:xfrm>
            <a:prstGeom prst="line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45"/>
              </p:custDataLst>
            </p:nvPr>
          </p:nvCxnSpPr>
          <p:spPr>
            <a:xfrm flipV="1">
              <a:off x="3481609" y="3193217"/>
              <a:ext cx="1395132" cy="11197"/>
            </a:xfrm>
            <a:prstGeom prst="line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46"/>
              </p:custDataLst>
            </p:nvPr>
          </p:nvCxnSpPr>
          <p:spPr>
            <a:xfrm rot="16200000" flipV="1">
              <a:off x="4063828" y="2368855"/>
              <a:ext cx="1656000" cy="11197"/>
            </a:xfrm>
            <a:prstGeom prst="line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47"/>
              </p:custDataLst>
            </p:nvPr>
          </p:nvCxnSpPr>
          <p:spPr>
            <a:xfrm>
              <a:off x="4897427" y="2309396"/>
              <a:ext cx="216000" cy="0"/>
            </a:xfrm>
            <a:prstGeom prst="straightConnector1">
              <a:avLst/>
            </a:prstGeom>
            <a:noFill/>
            <a:ln w="22225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153" name="左中括号 152"/>
          <p:cNvSpPr/>
          <p:nvPr>
            <p:custDataLst>
              <p:tags r:id="rId48"/>
            </p:custDataLst>
          </p:nvPr>
        </p:nvSpPr>
        <p:spPr>
          <a:xfrm flipH="1">
            <a:off x="6244363" y="2600307"/>
            <a:ext cx="147967" cy="2710002"/>
          </a:xfrm>
          <a:prstGeom prst="leftBracket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54" name="直接箭头连接符 153"/>
          <p:cNvCxnSpPr/>
          <p:nvPr>
            <p:custDataLst>
              <p:tags r:id="rId49"/>
            </p:custDataLst>
          </p:nvPr>
        </p:nvCxnSpPr>
        <p:spPr>
          <a:xfrm>
            <a:off x="6384860" y="3880621"/>
            <a:ext cx="144000" cy="0"/>
          </a:xfrm>
          <a:prstGeom prst="straightConnector1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文本框 3"/>
          <p:cNvSpPr txBox="1"/>
          <p:nvPr>
            <p:custDataLst>
              <p:tags r:id="rId50"/>
            </p:custDataLst>
          </p:nvPr>
        </p:nvSpPr>
        <p:spPr>
          <a:xfrm>
            <a:off x="3275965" y="6381750"/>
            <a:ext cx="4060825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RNA-</a:t>
            </a:r>
            <a:r>
              <a:rPr lang="en-US" altLang="zh-CN" dirty="0" err="1"/>
              <a:t>seq</a:t>
            </a:r>
            <a:r>
              <a:rPr lang="zh-CN" altLang="en-US" dirty="0" err="1"/>
              <a:t>全面</a:t>
            </a:r>
            <a:r>
              <a:rPr lang="zh-CN" altLang="en-US" dirty="0"/>
              <a:t>数据分析概要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19" grpId="0"/>
      <p:bldP spid="121" grpId="0"/>
      <p:bldP spid="1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试验设计和测序分析流程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762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2.5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数据分析流程</a:t>
            </a:r>
            <a:r>
              <a:rPr 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2：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肿瘤</a:t>
            </a:r>
            <a:r>
              <a:rPr 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circRNA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的鉴定和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分析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203575" y="5949315"/>
            <a:ext cx="4060825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Arial Bold" panose="020B0604020202090204" charset="0"/>
                <a:cs typeface="Arial Bold" panose="020B0604020202090204" charset="0"/>
              </a:rPr>
              <a:t>Wang, Shixiang</a:t>
            </a:r>
            <a:r>
              <a:rPr lang="en-US" altLang="zh-CN" sz="1400" dirty="0"/>
              <a:t>, et al. "TCCIA: a comprehensive resource for exploring CircRNA in cancer immunotherapy." </a:t>
            </a:r>
            <a:r>
              <a:rPr lang="en-US" altLang="zh-CN" sz="1400" i="1" dirty="0">
                <a:latin typeface="Arial Italic" panose="020B0604020202090204" charset="0"/>
                <a:cs typeface="Arial Italic" panose="020B0604020202090204" charset="0"/>
              </a:rPr>
              <a:t>Journal for Immunotherapy of Cancer</a:t>
            </a:r>
            <a:r>
              <a:rPr lang="en-US" altLang="zh-CN" sz="1400" dirty="0"/>
              <a:t> 12.1 (2024): e008040.</a:t>
            </a:r>
            <a:endParaRPr lang="en-US" altLang="zh-CN" sz="1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1629410"/>
            <a:ext cx="7680960" cy="4262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试验设计和测序分析流程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2.6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转录组分析的目的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>
            <a:off x="1057776" y="1851928"/>
            <a:ext cx="6835561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sz="2800" dirty="0">
                <a:solidFill>
                  <a:srgbClr val="121212"/>
                </a:solidFill>
                <a:cs typeface="+mn-lt"/>
              </a:rPr>
              <a:t>1</a:t>
            </a:r>
            <a:r>
              <a:rPr lang="zh-CN" altLang="en-US" sz="2800" dirty="0">
                <a:solidFill>
                  <a:srgbClr val="121212"/>
                </a:solidFill>
                <a:cs typeface="+mn-lt"/>
              </a:rPr>
              <a:t>）</a:t>
            </a:r>
            <a:r>
              <a:rPr lang="zh-CN" altLang="en-US" sz="2800" b="1" dirty="0">
                <a:solidFill>
                  <a:srgbClr val="C00000"/>
                </a:solidFill>
                <a:cs typeface="+mn-lt"/>
              </a:rPr>
              <a:t>获知</a:t>
            </a:r>
            <a:r>
              <a:rPr lang="zh-CN" altLang="en-US" sz="2800" dirty="0">
                <a:solidFill>
                  <a:srgbClr val="121212"/>
                </a:solidFill>
                <a:cs typeface="+mn-lt"/>
              </a:rPr>
              <a:t>样本中</a:t>
            </a:r>
            <a:r>
              <a:rPr lang="zh-CN" altLang="en-US" sz="2800" b="1" dirty="0">
                <a:solidFill>
                  <a:srgbClr val="C00000"/>
                </a:solidFill>
                <a:cs typeface="+mn-lt"/>
              </a:rPr>
              <a:t>基因的表达情况</a:t>
            </a:r>
            <a:r>
              <a:rPr lang="zh-CN" altLang="en-US" sz="2800" dirty="0">
                <a:solidFill>
                  <a:srgbClr val="121212"/>
                </a:solidFill>
                <a:cs typeface="+mn-lt"/>
              </a:rPr>
              <a:t>，确定基因的转录结构。如转录起始位点、</a:t>
            </a:r>
            <a:r>
              <a:rPr lang="en-US" altLang="zh-CN" sz="2800" dirty="0">
                <a:solidFill>
                  <a:srgbClr val="121212"/>
                </a:solidFill>
                <a:cs typeface="+mn-lt"/>
              </a:rPr>
              <a:t>3′</a:t>
            </a:r>
            <a:r>
              <a:rPr lang="zh-CN" altLang="en-US" sz="2800" dirty="0">
                <a:solidFill>
                  <a:srgbClr val="121212"/>
                </a:solidFill>
                <a:cs typeface="+mn-lt"/>
              </a:rPr>
              <a:t>末端、剪接模式和其他转录后修饰等。</a:t>
            </a:r>
            <a:endParaRPr lang="en-US" altLang="zh-CN" sz="2800" dirty="0">
              <a:solidFill>
                <a:srgbClr val="121212"/>
              </a:solidFill>
              <a:cs typeface="+mn-lt"/>
            </a:endParaRPr>
          </a:p>
          <a:p>
            <a:pPr>
              <a:spcAft>
                <a:spcPts val="1200"/>
              </a:spcAft>
            </a:pPr>
            <a:r>
              <a:rPr lang="en-US" altLang="zh-CN" sz="2800" dirty="0">
                <a:solidFill>
                  <a:srgbClr val="121212"/>
                </a:solidFill>
                <a:cs typeface="+mn-lt"/>
              </a:rPr>
              <a:t>2</a:t>
            </a:r>
            <a:r>
              <a:rPr lang="zh-CN" altLang="en-US" sz="2800" dirty="0">
                <a:solidFill>
                  <a:srgbClr val="121212"/>
                </a:solidFill>
                <a:cs typeface="+mn-lt"/>
              </a:rPr>
              <a:t>）</a:t>
            </a:r>
            <a:r>
              <a:rPr lang="zh-CN" altLang="en-US" sz="2800" b="1" dirty="0">
                <a:solidFill>
                  <a:srgbClr val="C00000"/>
                </a:solidFill>
                <a:cs typeface="+mn-lt"/>
              </a:rPr>
              <a:t>量化各转录本</a:t>
            </a:r>
            <a:r>
              <a:rPr lang="zh-CN" altLang="en-US" sz="2800" dirty="0">
                <a:solidFill>
                  <a:srgbClr val="121212"/>
                </a:solidFill>
                <a:cs typeface="+mn-lt"/>
              </a:rPr>
              <a:t>在发育过程中和不同条件下的表达情况。</a:t>
            </a:r>
            <a:endParaRPr lang="en-US" altLang="zh-CN" sz="2800" dirty="0">
              <a:solidFill>
                <a:srgbClr val="121212"/>
              </a:solidFill>
              <a:cs typeface="+mn-lt"/>
            </a:endParaRPr>
          </a:p>
          <a:p>
            <a:pPr>
              <a:spcAft>
                <a:spcPts val="1200"/>
              </a:spcAft>
            </a:pPr>
            <a:r>
              <a:rPr lang="en-US" altLang="zh-CN" sz="2800" dirty="0">
                <a:solidFill>
                  <a:srgbClr val="121212"/>
                </a:solidFill>
                <a:cs typeface="+mn-lt"/>
              </a:rPr>
              <a:t>3</a:t>
            </a:r>
            <a:r>
              <a:rPr lang="zh-CN" altLang="en-US" sz="2800" dirty="0">
                <a:solidFill>
                  <a:srgbClr val="121212"/>
                </a:solidFill>
                <a:cs typeface="+mn-lt"/>
              </a:rPr>
              <a:t>）表达基因的</a:t>
            </a:r>
            <a:r>
              <a:rPr lang="zh-CN" altLang="en-US" sz="2800" b="1" dirty="0">
                <a:solidFill>
                  <a:srgbClr val="C00000"/>
                </a:solidFill>
                <a:cs typeface="+mn-lt"/>
              </a:rPr>
              <a:t>功能富集分析</a:t>
            </a:r>
            <a:r>
              <a:rPr lang="zh-CN" altLang="en-US" sz="2800" dirty="0">
                <a:solidFill>
                  <a:srgbClr val="121212"/>
                </a:solidFill>
                <a:cs typeface="+mn-lt"/>
              </a:rPr>
              <a:t>，</a:t>
            </a:r>
            <a:r>
              <a:rPr lang="zh-CN" altLang="en-US" sz="2800" b="1" dirty="0">
                <a:solidFill>
                  <a:srgbClr val="C00000"/>
                </a:solidFill>
                <a:cs typeface="+mn-lt"/>
              </a:rPr>
              <a:t>建立</a:t>
            </a:r>
            <a:r>
              <a:rPr lang="zh-CN" altLang="en-US" sz="2800" dirty="0">
                <a:cs typeface="+mn-lt"/>
              </a:rPr>
              <a:t>转录产物的功能与</a:t>
            </a:r>
            <a:r>
              <a:rPr lang="zh-CN" altLang="en-US" sz="2800" dirty="0">
                <a:solidFill>
                  <a:srgbClr val="121212"/>
                </a:solidFill>
                <a:cs typeface="+mn-lt"/>
              </a:rPr>
              <a:t>特定生理或病理条件的</a:t>
            </a:r>
            <a:r>
              <a:rPr lang="zh-CN" altLang="en-US" sz="2800" b="1" dirty="0">
                <a:solidFill>
                  <a:srgbClr val="C00000"/>
                </a:solidFill>
                <a:cs typeface="+mn-lt"/>
              </a:rPr>
              <a:t>关联</a:t>
            </a:r>
            <a:r>
              <a:rPr lang="zh-CN" altLang="en-US" sz="2800" dirty="0">
                <a:cs typeface="+mn-lt"/>
              </a:rPr>
              <a:t>。</a:t>
            </a:r>
            <a:endParaRPr lang="zh-CN" altLang="en-US" sz="2800" dirty="0">
              <a:cs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转录组数据核心分析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3.1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系统配置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15" y="1775990"/>
            <a:ext cx="683515" cy="9170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998" y="1569024"/>
            <a:ext cx="2662031" cy="133101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233" y="2693076"/>
            <a:ext cx="3742596" cy="187129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40043" y="4337647"/>
            <a:ext cx="3888323" cy="12755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260" y="1336954"/>
            <a:ext cx="1576284" cy="32274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785983" y="4756737"/>
            <a:ext cx="1546838" cy="96500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13"/>
          <a:stretch>
            <a:fillRect/>
          </a:stretch>
        </p:blipFill>
        <p:spPr>
          <a:xfrm>
            <a:off x="2988310" y="5589270"/>
            <a:ext cx="1356995" cy="14909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24300" y="5445125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Python</a:t>
            </a:r>
            <a:endParaRPr lang="en-US" altLang="zh-CN"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转录组数据核心分析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3.2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数据获取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46"/>
          <a:stretch>
            <a:fillRect/>
          </a:stretch>
        </p:blipFill>
        <p:spPr>
          <a:xfrm>
            <a:off x="262058" y="3876929"/>
            <a:ext cx="4309942" cy="25144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1028700" y="3533140"/>
            <a:ext cx="19843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Fastq</a:t>
            </a:r>
            <a:r>
              <a:rPr lang="zh-CN" altLang="en-US" sz="2000" dirty="0"/>
              <a:t>文件格式：</a:t>
            </a:r>
            <a:endParaRPr lang="zh-CN" altLang="en-US" sz="2000" dirty="0"/>
          </a:p>
        </p:txBody>
      </p:sp>
      <p:sp>
        <p:nvSpPr>
          <p:cNvPr id="9" name="矩形 8"/>
          <p:cNvSpPr/>
          <p:nvPr/>
        </p:nvSpPr>
        <p:spPr>
          <a:xfrm>
            <a:off x="1028909" y="2087113"/>
            <a:ext cx="1056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linkClick r:id="rId2"/>
              </a:rPr>
              <a:t>NCBI SRA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129737" y="2764759"/>
            <a:ext cx="218630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hlinkClick r:id="rId3"/>
              </a:rPr>
              <a:t>EBI </a:t>
            </a:r>
            <a:r>
              <a:rPr lang="en-US" altLang="zh-CN" sz="2000" dirty="0" err="1">
                <a:hlinkClick r:id="rId3"/>
              </a:rPr>
              <a:t>ArrayExpress</a:t>
            </a:r>
            <a:endParaRPr lang="en-US" altLang="zh-CN" sz="2000" dirty="0" err="1">
              <a:hlinkClick r:id="rId3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39501" y="2087113"/>
            <a:ext cx="1956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TCGA/</a:t>
            </a:r>
            <a:r>
              <a:rPr lang="en-US" altLang="zh-CN" dirty="0">
                <a:hlinkClick r:id="rId4"/>
              </a:rPr>
              <a:t>GDC</a:t>
            </a:r>
            <a:r>
              <a:rPr lang="en-US" altLang="zh-CN" dirty="0"/>
              <a:t>(cancer)</a:t>
            </a:r>
            <a:endParaRPr lang="zh-CN" altLang="en-US" dirty="0"/>
          </a:p>
        </p:txBody>
      </p:sp>
      <p:cxnSp>
        <p:nvCxnSpPr>
          <p:cNvPr id="12" name="直接箭头连接符 11"/>
          <p:cNvCxnSpPr>
            <a:stCxn id="9" idx="2"/>
          </p:cNvCxnSpPr>
          <p:nvPr/>
        </p:nvCxnSpPr>
        <p:spPr>
          <a:xfrm>
            <a:off x="1557259" y="2456445"/>
            <a:ext cx="0" cy="1076576"/>
          </a:xfrm>
          <a:prstGeom prst="straightConnector1">
            <a:avLst/>
          </a:prstGeom>
          <a:ln w="444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621707" y="2856233"/>
            <a:ext cx="927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solidFill>
                  <a:schemeClr val="accent3">
                    <a:lumMod val="50000"/>
                  </a:schemeClr>
                </a:solidFill>
              </a:rPr>
              <a:t>fastq</a:t>
            </a:r>
            <a:r>
              <a:rPr lang="en-US" altLang="zh-CN" sz="1200" b="1" dirty="0">
                <a:solidFill>
                  <a:schemeClr val="accent3">
                    <a:lumMod val="50000"/>
                  </a:schemeClr>
                </a:solidFill>
              </a:rPr>
              <a:t>-dump</a:t>
            </a:r>
            <a:endParaRPr lang="en-US" altLang="zh-CN" sz="1200" b="1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zh-CN" sz="1200" b="1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US" altLang="zh-CN" sz="1200" b="1" dirty="0" err="1">
                <a:solidFill>
                  <a:schemeClr val="accent3">
                    <a:lumMod val="50000"/>
                  </a:schemeClr>
                </a:solidFill>
              </a:rPr>
              <a:t>SRAToolkit</a:t>
            </a:r>
            <a:r>
              <a:rPr lang="en-US" altLang="zh-CN" sz="1200" b="1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endParaRPr lang="zh-CN" altLang="en-US" sz="12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970" y="1750435"/>
            <a:ext cx="2697964" cy="3386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8446" y="2239106"/>
            <a:ext cx="2123172" cy="521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8221" y="2523588"/>
            <a:ext cx="3112448" cy="4311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8221" y="1547817"/>
            <a:ext cx="3112448" cy="4767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圆角矩形 21"/>
          <p:cNvSpPr/>
          <p:nvPr/>
        </p:nvSpPr>
        <p:spPr>
          <a:xfrm>
            <a:off x="4881126" y="3279253"/>
            <a:ext cx="4086705" cy="3102849"/>
          </a:xfrm>
          <a:prstGeom prst="roundRect">
            <a:avLst>
              <a:gd name="adj" fmla="val 8157"/>
            </a:avLst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287600" y="3274688"/>
            <a:ext cx="1452880" cy="3987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公共数据库</a:t>
            </a:r>
            <a:endParaRPr lang="zh-CN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53041" y="1547817"/>
            <a:ext cx="1690535" cy="5635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4" name="矩形 23"/>
          <p:cNvSpPr/>
          <p:nvPr/>
        </p:nvSpPr>
        <p:spPr>
          <a:xfrm>
            <a:off x="7596552" y="3341806"/>
            <a:ext cx="1198880" cy="39878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测序公司</a:t>
            </a:r>
            <a:endParaRPr lang="zh-CN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3" grpId="0"/>
      <p:bldP spid="18" grpId="0" animBg="1"/>
      <p:bldP spid="19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转录组数据核心分析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3.3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质量控制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440022" y="1554196"/>
            <a:ext cx="1794510" cy="27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1200" b="1" dirty="0" err="1">
                <a:ln w="0"/>
                <a:solidFill>
                  <a:schemeClr val="accent3">
                    <a:lumMod val="50000"/>
                  </a:schemeClr>
                </a:solidFill>
              </a:rPr>
              <a:t>FastQC</a:t>
            </a:r>
            <a:r>
              <a:rPr lang="en-US" altLang="zh-CN" sz="1200" dirty="0">
                <a:ln w="0"/>
              </a:rPr>
              <a:t>—</a:t>
            </a:r>
            <a:r>
              <a:rPr lang="zh-CN" altLang="en-US" sz="1200" dirty="0">
                <a:ln w="0"/>
              </a:rPr>
              <a:t>测序质量评估</a:t>
            </a:r>
            <a:endParaRPr lang="zh-CN" altLang="en-US" sz="1200" dirty="0">
              <a:ln w="0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3835159" y="1554196"/>
            <a:ext cx="3114675" cy="27559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1200" b="1" dirty="0">
                <a:ln w="0"/>
                <a:solidFill>
                  <a:schemeClr val="accent3">
                    <a:lumMod val="50000"/>
                  </a:schemeClr>
                </a:solidFill>
              </a:rPr>
              <a:t>FASTX-Toolkit</a:t>
            </a:r>
            <a:r>
              <a:rPr lang="zh-CN" altLang="en-US" sz="1200" b="1" dirty="0">
                <a:ln w="0"/>
                <a:solidFill>
                  <a:schemeClr val="accent3">
                    <a:lumMod val="50000"/>
                  </a:schemeClr>
                </a:solidFill>
              </a:rPr>
              <a:t>，</a:t>
            </a:r>
            <a:r>
              <a:rPr lang="en-US" altLang="zh-CN" sz="1200" b="1" dirty="0" err="1">
                <a:ln w="0"/>
                <a:solidFill>
                  <a:schemeClr val="accent3">
                    <a:lumMod val="50000"/>
                  </a:schemeClr>
                </a:solidFill>
              </a:rPr>
              <a:t>Trimmomatic</a:t>
            </a:r>
            <a:r>
              <a:rPr lang="en-US" altLang="zh-CN" sz="1200" dirty="0">
                <a:ln w="0"/>
              </a:rPr>
              <a:t>—</a:t>
            </a:r>
            <a:r>
              <a:rPr lang="zh-CN" altLang="en-US" sz="1200" dirty="0">
                <a:ln w="0"/>
              </a:rPr>
              <a:t>质量控制</a:t>
            </a:r>
            <a:endParaRPr lang="zh-CN" altLang="en-US" sz="1200" dirty="0">
              <a:ln w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23" y="1861973"/>
            <a:ext cx="7507129" cy="4582025"/>
          </a:xfrm>
          <a:prstGeom prst="rect">
            <a:avLst/>
          </a:prstGeom>
        </p:spPr>
      </p:pic>
      <p:sp>
        <p:nvSpPr>
          <p:cNvPr id="10" name="椭圆形标注 3"/>
          <p:cNvSpPr/>
          <p:nvPr>
            <p:custDataLst>
              <p:tags r:id="rId5"/>
            </p:custDataLst>
          </p:nvPr>
        </p:nvSpPr>
        <p:spPr>
          <a:xfrm>
            <a:off x="6936048" y="992129"/>
            <a:ext cx="1662772" cy="598517"/>
          </a:xfrm>
          <a:prstGeom prst="wedgeEllipseCallout">
            <a:avLst>
              <a:gd name="adj1" fmla="val -38594"/>
              <a:gd name="adj2" fmla="val 6388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去接头；过滤低质量</a:t>
            </a:r>
            <a:r>
              <a:rPr lang="en-US" altLang="zh-CN" sz="1200" dirty="0">
                <a:solidFill>
                  <a:schemeClr val="tx1"/>
                </a:solidFill>
              </a:rPr>
              <a:t>reads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31820" y="6397625"/>
            <a:ext cx="50780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hlinkClick r:id="rId6" action="ppaction://hlinkfile"/>
              </a:rPr>
              <a:t>国人开发的</a:t>
            </a:r>
            <a:r>
              <a:rPr lang="en-US" altLang="zh-CN" b="1">
                <a:solidFill>
                  <a:srgbClr val="C00000"/>
                </a:solidFill>
                <a:hlinkClick r:id="rId6" action="ppaction://hlinkfile"/>
              </a:rPr>
              <a:t>fastp</a:t>
            </a:r>
            <a:r>
              <a:rPr lang="zh-CN" altLang="en-US" b="1">
                <a:solidFill>
                  <a:srgbClr val="C00000"/>
                </a:solidFill>
                <a:hlinkClick r:id="rId6" action="ppaction://hlinkfile"/>
              </a:rPr>
              <a:t>非常推荐</a:t>
            </a:r>
            <a:endParaRPr lang="zh-CN" altLang="en-US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10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转录组数据核心分析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3.4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比对（reads mapping）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412" y="2246155"/>
            <a:ext cx="5742930" cy="4182218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622902" y="1584238"/>
            <a:ext cx="5870439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400" dirty="0"/>
              <a:t>非剪接比对</a:t>
            </a:r>
            <a:r>
              <a:rPr lang="en-US" altLang="zh-CN" sz="1400" dirty="0"/>
              <a:t>—</a:t>
            </a:r>
            <a:r>
              <a:rPr lang="en-US" altLang="zh-CN" sz="1400" b="1" dirty="0">
                <a:solidFill>
                  <a:srgbClr val="C00000"/>
                </a:solidFill>
              </a:rPr>
              <a:t>Bowtie</a:t>
            </a:r>
            <a:r>
              <a:rPr lang="zh-CN" altLang="en-US" sz="1400" dirty="0">
                <a:solidFill>
                  <a:srgbClr val="C00000"/>
                </a:solidFill>
              </a:rPr>
              <a:t>，</a:t>
            </a:r>
            <a:r>
              <a:rPr lang="en-US" altLang="zh-CN" sz="1400" b="1" dirty="0">
                <a:solidFill>
                  <a:srgbClr val="C00000"/>
                </a:solidFill>
              </a:rPr>
              <a:t>BWA</a:t>
            </a:r>
            <a:r>
              <a:rPr lang="en-US" altLang="zh-CN" sz="1400" dirty="0">
                <a:solidFill>
                  <a:srgbClr val="C00000"/>
                </a:solidFill>
              </a:rPr>
              <a:t> </a:t>
            </a:r>
            <a:r>
              <a:rPr lang="zh-CN" altLang="en-US" sz="1400" dirty="0">
                <a:solidFill>
                  <a:schemeClr val="accent3">
                    <a:lumMod val="50000"/>
                  </a:schemeClr>
                </a:solidFill>
              </a:rPr>
              <a:t>（不考虑可变剪切）</a:t>
            </a:r>
            <a:endParaRPr lang="zh-CN" altLang="en-US" sz="1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1622903" y="1909924"/>
            <a:ext cx="5870439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400" dirty="0"/>
              <a:t>剪接比对</a:t>
            </a:r>
            <a:r>
              <a:rPr lang="en-US" altLang="zh-CN" sz="1400" dirty="0"/>
              <a:t>—</a:t>
            </a:r>
            <a:r>
              <a:rPr lang="en-US" altLang="zh-CN" sz="1400" b="1" dirty="0" err="1">
                <a:solidFill>
                  <a:schemeClr val="accent3">
                    <a:lumMod val="50000"/>
                  </a:schemeClr>
                </a:solidFill>
              </a:rPr>
              <a:t>TopHat</a:t>
            </a:r>
            <a:r>
              <a:rPr lang="zh-CN" altLang="en-US" sz="1400" dirty="0"/>
              <a:t>，</a:t>
            </a:r>
            <a:r>
              <a:rPr lang="en-US" altLang="zh-CN" sz="1400" b="1" dirty="0">
                <a:solidFill>
                  <a:srgbClr val="C00000"/>
                </a:solidFill>
              </a:rPr>
              <a:t>STAR</a:t>
            </a:r>
            <a:r>
              <a:rPr lang="zh-CN" altLang="en-US" sz="1400" dirty="0"/>
              <a:t>，</a:t>
            </a:r>
            <a:r>
              <a:rPr lang="en-US" altLang="zh-CN" sz="1400" b="1" dirty="0">
                <a:solidFill>
                  <a:schemeClr val="accent3">
                    <a:lumMod val="50000"/>
                  </a:schemeClr>
                </a:solidFill>
              </a:rPr>
              <a:t>HISAT</a:t>
            </a:r>
            <a:r>
              <a:rPr lang="en-US" altLang="zh-CN" sz="1400" dirty="0"/>
              <a:t>/</a:t>
            </a:r>
            <a:r>
              <a:rPr lang="en-US" altLang="zh-CN" sz="1400" b="1" dirty="0">
                <a:solidFill>
                  <a:schemeClr val="accent3">
                    <a:lumMod val="50000"/>
                  </a:schemeClr>
                </a:solidFill>
              </a:rPr>
              <a:t>GSNAP</a:t>
            </a:r>
            <a:r>
              <a:rPr lang="zh-CN" altLang="en-US" sz="1400" dirty="0"/>
              <a:t>，</a:t>
            </a:r>
            <a:r>
              <a:rPr lang="en-US" altLang="zh-CN" sz="1400" b="1" dirty="0" err="1">
                <a:solidFill>
                  <a:schemeClr val="accent3">
                    <a:lumMod val="50000"/>
                  </a:schemeClr>
                </a:solidFill>
              </a:rPr>
              <a:t>MapSplice</a:t>
            </a:r>
            <a:r>
              <a:rPr lang="en-US" altLang="zh-CN" sz="1400" dirty="0"/>
              <a:t>(SNP)</a:t>
            </a:r>
            <a:endParaRPr lang="zh-CN" altLang="en-US" sz="1400" dirty="0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3461059" y="6411747"/>
            <a:ext cx="39801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 err="1">
                <a:latin typeface="Arial Bold" panose="020B0604020202090204" charset="0"/>
                <a:cs typeface="Arial Bold" panose="020B0604020202090204" charset="0"/>
              </a:rPr>
              <a:t>TopHat</a:t>
            </a:r>
            <a:r>
              <a:rPr lang="zh-CN" altLang="en-US" sz="1400" b="1" dirty="0"/>
              <a:t>工作原理 </a:t>
            </a:r>
            <a:r>
              <a:rPr lang="en-US" altLang="zh-CN" sz="1200" b="1" dirty="0" err="1">
                <a:solidFill>
                  <a:schemeClr val="bg1">
                    <a:lumMod val="65000"/>
                  </a:schemeClr>
                </a:solidFill>
              </a:rPr>
              <a:t>Trapnell</a:t>
            </a:r>
            <a:r>
              <a:rPr lang="en-US" altLang="zh-CN" sz="1200" b="1" dirty="0">
                <a:solidFill>
                  <a:schemeClr val="bg1">
                    <a:lumMod val="65000"/>
                  </a:schemeClr>
                </a:solidFill>
              </a:rPr>
              <a:t>, C. (2009) </a:t>
            </a:r>
            <a:r>
              <a:rPr lang="en-US" altLang="zh-CN" sz="1200" b="1" i="1" dirty="0">
                <a:solidFill>
                  <a:schemeClr val="bg1">
                    <a:lumMod val="65000"/>
                  </a:schemeClr>
                </a:solidFill>
              </a:rPr>
              <a:t>Bioinformatics</a:t>
            </a:r>
            <a:endParaRPr lang="zh-CN" altLang="en-US" sz="1400" b="1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转录组数据核心分析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3.5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比对结果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1002561" y="1595729"/>
            <a:ext cx="2982804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比对结果文件</a:t>
            </a:r>
            <a:r>
              <a:rPr lang="en-US" altLang="zh-CN" sz="1400" dirty="0"/>
              <a:t>—SAM</a:t>
            </a:r>
            <a:r>
              <a:rPr lang="zh-CN" altLang="en-US" sz="1400" dirty="0"/>
              <a:t>（</a:t>
            </a:r>
            <a:r>
              <a:rPr lang="en-US" altLang="zh-CN" sz="1400" b="1" dirty="0" err="1">
                <a:solidFill>
                  <a:schemeClr val="accent3">
                    <a:lumMod val="50000"/>
                  </a:schemeClr>
                </a:solidFill>
              </a:rPr>
              <a:t>SAMtools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zh-CN" altLang="en-US" sz="1400" dirty="0"/>
              <a:t>比对结果可视化</a:t>
            </a:r>
            <a:r>
              <a:rPr lang="en-US" altLang="zh-CN" sz="1400" dirty="0"/>
              <a:t>—</a:t>
            </a:r>
            <a:r>
              <a:rPr lang="en-US" altLang="zh-CN" sz="1400" b="1" dirty="0">
                <a:solidFill>
                  <a:schemeClr val="accent3">
                    <a:lumMod val="50000"/>
                  </a:schemeClr>
                </a:solidFill>
              </a:rPr>
              <a:t>IGV</a:t>
            </a:r>
            <a:r>
              <a:rPr lang="en-US" altLang="zh-CN" sz="1400" dirty="0"/>
              <a:t> (local)</a:t>
            </a:r>
            <a:endParaRPr lang="en-US" altLang="zh-CN" sz="14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1400" dirty="0"/>
              <a:t>比对结果评估</a:t>
            </a:r>
            <a:r>
              <a:rPr lang="en-US" altLang="zh-CN" sz="1400" dirty="0"/>
              <a:t>—</a:t>
            </a:r>
            <a:r>
              <a:rPr lang="en-US" altLang="zh-CN" sz="1400" b="1" dirty="0" err="1">
                <a:solidFill>
                  <a:schemeClr val="accent3">
                    <a:lumMod val="50000"/>
                  </a:schemeClr>
                </a:solidFill>
              </a:rPr>
              <a:t>Qualimap</a:t>
            </a:r>
            <a:r>
              <a:rPr lang="en-US" altLang="zh-CN" sz="1400" dirty="0"/>
              <a:t> (summary)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08" y="2364873"/>
            <a:ext cx="6369864" cy="43760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7" t="5873" r="3475" b="5224"/>
          <a:stretch>
            <a:fillRect/>
          </a:stretch>
        </p:blipFill>
        <p:spPr>
          <a:xfrm>
            <a:off x="5702531" y="2364873"/>
            <a:ext cx="3100647" cy="20615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" t="5531" r="3944" b="6643"/>
          <a:stretch>
            <a:fillRect/>
          </a:stretch>
        </p:blipFill>
        <p:spPr>
          <a:xfrm>
            <a:off x="5702530" y="4426429"/>
            <a:ext cx="3100647" cy="2047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转录组数据核心分析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3</a:t>
            </a:r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hlinkClick r:id="rId1" action="ppaction://hlinkfile"/>
              </a:rPr>
              <a:t>.6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  <a:hlinkClick r:id="rId1" action="ppaction://hlinkfile"/>
              </a:rPr>
              <a:t>表达定量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graphicFrame>
        <p:nvGraphicFramePr>
          <p:cNvPr id="9" name="图示 8"/>
          <p:cNvGraphicFramePr/>
          <p:nvPr>
            <p:custDataLst>
              <p:tags r:id="rId2"/>
            </p:custDataLst>
          </p:nvPr>
        </p:nvGraphicFramePr>
        <p:xfrm>
          <a:off x="1299556" y="1355439"/>
          <a:ext cx="5867935" cy="2279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802285" y="2068185"/>
            <a:ext cx="1670242" cy="5801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687836" y="2855420"/>
            <a:ext cx="1899140" cy="41148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81395" y="3692929"/>
            <a:ext cx="3795705" cy="269124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14"/>
            </p:custDataLst>
          </p:nvPr>
        </p:nvPicPr>
        <p:blipFill rotWithShape="1">
          <a:blip r:embed="rId15"/>
          <a:srcRect r="8331"/>
          <a:stretch>
            <a:fillRect/>
          </a:stretch>
        </p:blipFill>
        <p:spPr>
          <a:xfrm>
            <a:off x="4572000" y="3771768"/>
            <a:ext cx="3524596" cy="25335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转录组数据核心分析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3.7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比对组装策略选择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79722"/>
            <a:ext cx="7322484" cy="4105936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3582785" y="5508659"/>
            <a:ext cx="23383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</a:rPr>
              <a:t>Conesa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, A. (2016) </a:t>
            </a:r>
            <a:r>
              <a:rPr lang="en-US" altLang="zh-CN" sz="1200" i="1" dirty="0">
                <a:solidFill>
                  <a:schemeClr val="bg1">
                    <a:lumMod val="65000"/>
                  </a:schemeClr>
                </a:solidFill>
              </a:rPr>
              <a:t>Genome Biology</a:t>
            </a:r>
            <a:endParaRPr lang="zh-CN" altLang="en-US" sz="12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功能分析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4.1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差异表达分析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48829" y="1725885"/>
            <a:ext cx="6739703" cy="30777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选取样本：样本相关性，大样本降维（主成分分析）</a:t>
            </a:r>
            <a:endParaRPr lang="zh-CN" altLang="en-US" sz="1400" dirty="0"/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1248830" y="2582479"/>
            <a:ext cx="6739702" cy="307777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/>
              <a:t>差异检验：组间差异（处理差异）</a:t>
            </a:r>
            <a:r>
              <a:rPr lang="en-US" altLang="zh-CN" sz="1400" dirty="0"/>
              <a:t>— </a:t>
            </a:r>
            <a:r>
              <a:rPr lang="zh-CN" altLang="en-US" sz="1400" dirty="0"/>
              <a:t>组内差异（个体差异）</a:t>
            </a:r>
            <a:r>
              <a:rPr lang="en-US" altLang="zh-CN" sz="1400" dirty="0"/>
              <a:t>?= 0</a:t>
            </a:r>
            <a:endParaRPr lang="zh-CN" altLang="en-US" sz="1400" dirty="0"/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1248829" y="2154182"/>
            <a:ext cx="6739703" cy="3077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zh-CN" altLang="en-US" sz="1400" dirty="0"/>
              <a:t>模型选择：高斯分布（正态），泊松分布（</a:t>
            </a:r>
            <a:r>
              <a:rPr lang="en-US" altLang="zh-CN" sz="1400" dirty="0"/>
              <a:t>v=μ</a:t>
            </a:r>
            <a:r>
              <a:rPr lang="zh-CN" altLang="en-US" sz="1400" dirty="0"/>
              <a:t>），负二项分布（</a:t>
            </a:r>
            <a:r>
              <a:rPr lang="en-US" altLang="zh-CN" sz="1400" dirty="0"/>
              <a:t>v=μ+αμ</a:t>
            </a:r>
            <a:r>
              <a:rPr lang="en-US" altLang="zh-CN" sz="1400" baseline="30000" dirty="0"/>
              <a:t>2</a:t>
            </a:r>
            <a:r>
              <a:rPr lang="zh-CN" altLang="en-US" sz="1400" dirty="0"/>
              <a:t>）</a:t>
            </a:r>
            <a:endParaRPr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/>
              <p:cNvGraphicFramePr>
                <a:graphicFrameLocks noGrp="1"/>
              </p:cNvGraphicFramePr>
              <p:nvPr>
                <p:custDataLst>
                  <p:tags r:id="rId4"/>
                </p:custDataLst>
              </p:nvPr>
            </p:nvGraphicFramePr>
            <p:xfrm>
              <a:off x="1248829" y="3459407"/>
              <a:ext cx="6758872" cy="2690456"/>
            </p:xfrm>
            <a:graphic>
              <a:graphicData uri="http://schemas.openxmlformats.org/drawingml/2006/table">
                <a:tbl>
                  <a:tblPr firstRow="1" firstCol="1" bandRow="1">
                    <a:tableStyleId>{3B4B98B0-60AC-42C2-AFA5-B58CD77FA1E5}</a:tableStyleId>
                  </a:tblPr>
                  <a:tblGrid>
                    <a:gridCol w="831990"/>
                    <a:gridCol w="830315"/>
                    <a:gridCol w="2254073"/>
                    <a:gridCol w="1305740"/>
                    <a:gridCol w="1536754"/>
                  </a:tblGrid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 dirty="0">
                              <a:effectLst/>
                            </a:rPr>
                            <a:t>工具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版本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标准化方式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 dirty="0">
                              <a:effectLst/>
                            </a:rPr>
                            <a:t>模型假设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 dirty="0">
                              <a:effectLst/>
                            </a:rPr>
                            <a:t>统计检验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edgeR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3.18.1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TMM/Upper quartile/RLE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负二项分布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Exact test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DESeq2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1.16.1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DESeq sizeFactors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负二项分布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Wald test/LRT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baySeq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2.10.0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quantile/TMM/total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负二项分布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empirical Bayesian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NOIseq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2.20.0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RPKM/TMM/Upper quartile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非参数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Condition vs. null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Limma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3.32.10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TMM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voom </a:t>
                          </a:r>
                          <a:r>
                            <a:rPr lang="zh-CN" sz="1050" kern="100">
                              <a:effectLst/>
                            </a:rPr>
                            <a:t>转换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Empirical Bayes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Cuffdiff2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2.2.1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Geometric/quartile/FPKM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050" kern="100">
                                  <a:effectLst/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oMath>
                          </a14:m>
                          <a:r>
                            <a:rPr lang="zh-CN" sz="1050" kern="100">
                              <a:effectLst/>
                            </a:rPr>
                            <a:t>负二项分布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t-test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 err="1">
                              <a:effectLst/>
                            </a:rPr>
                            <a:t>EBSeq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1.16.0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 err="1">
                              <a:effectLst/>
                            </a:rPr>
                            <a:t>DESeq</a:t>
                          </a:r>
                          <a:r>
                            <a:rPr lang="en-US" sz="1050" kern="100" dirty="0">
                              <a:effectLst/>
                            </a:rPr>
                            <a:t> median normalization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负二项分布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empirical Bayesian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/>
              <p:cNvGraphicFramePr>
                <a:graphicFrameLocks noGrp="1"/>
              </p:cNvGraphicFramePr>
              <p:nvPr>
                <p:custDataLst>
                  <p:tags r:id="rId5"/>
                </p:custDataLst>
              </p:nvPr>
            </p:nvGraphicFramePr>
            <p:xfrm>
              <a:off x="1248829" y="3459407"/>
              <a:ext cx="6758872" cy="2690456"/>
            </p:xfrm>
            <a:graphic>
              <a:graphicData uri="http://schemas.openxmlformats.org/drawingml/2006/table">
                <a:tbl>
                  <a:tblPr firstRow="1" firstCol="1" bandRow="1">
                    <a:tableStyleId>{3B4B98B0-60AC-42C2-AFA5-B58CD77FA1E5}</a:tableStyleId>
                  </a:tblPr>
                  <a:tblGrid>
                    <a:gridCol w="831990"/>
                    <a:gridCol w="830315"/>
                    <a:gridCol w="2254073"/>
                    <a:gridCol w="1305740"/>
                    <a:gridCol w="1536754"/>
                  </a:tblGrid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 dirty="0">
                              <a:effectLst/>
                            </a:rPr>
                            <a:t>工具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版本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标准化方式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 dirty="0">
                              <a:effectLst/>
                            </a:rPr>
                            <a:t>模型假设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 dirty="0">
                              <a:effectLst/>
                            </a:rPr>
                            <a:t>统计检验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edgeR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3.18.1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TMM/Upper quartile/RLE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负二项分布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Exact test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DESeq2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1.16.1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DESeq sizeFactors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负二项分布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Wald test/LRT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baySeq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2.10.0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quantile/TMM/total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负二项分布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empirical Bayesian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NOIseq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2.20.0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RPKM/TMM/Upper quartile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非参数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Condition vs. null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Limma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3.32.10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TMM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voom </a:t>
                          </a:r>
                          <a:r>
                            <a:rPr lang="zh-CN" sz="1050" kern="100">
                              <a:effectLst/>
                            </a:rPr>
                            <a:t>转换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Empirical Bayes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591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Cuffdiff2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2.2.1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</a:rPr>
                            <a:t>Geometric/quartile/FPKM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t-test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3630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 err="1">
                              <a:effectLst/>
                            </a:rPr>
                            <a:t>EBSeq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1.16.0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 err="1">
                              <a:effectLst/>
                            </a:rPr>
                            <a:t>DESeq</a:t>
                          </a:r>
                          <a:r>
                            <a:rPr lang="en-US" sz="1050" kern="100" dirty="0">
                              <a:effectLst/>
                            </a:rPr>
                            <a:t> median normalization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050" kern="100">
                              <a:effectLst/>
                            </a:rPr>
                            <a:t>负二项分布</a:t>
                          </a:r>
                          <a:endParaRPr lang="zh-CN" sz="1050" kern="10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 dirty="0">
                              <a:effectLst/>
                            </a:rPr>
                            <a:t>empirical Bayesian</a:t>
                          </a:r>
                          <a:endParaRPr lang="zh-CN" sz="1050" kern="100" dirty="0">
                            <a:effectLst/>
                            <a:latin typeface="Calibri" panose="020F0502020204030204" pitchFamily="34" charset="0"/>
                            <a:ea typeface="宋体" pitchFamily="2" charset="-122"/>
                            <a:cs typeface="Times New Roman" panose="0202050305040509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248830" y="3010776"/>
            <a:ext cx="6739702" cy="307777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/>
              <a:t>筛选条件：</a:t>
            </a:r>
            <a:r>
              <a:rPr lang="en-US" altLang="zh-CN" sz="1400" dirty="0"/>
              <a:t>p value</a:t>
            </a:r>
            <a:r>
              <a:rPr lang="zh-CN" altLang="en-US" sz="1400" dirty="0"/>
              <a:t>（多重检验校正） </a:t>
            </a:r>
            <a:r>
              <a:rPr lang="en-US" altLang="zh-CN" sz="1400" dirty="0"/>
              <a:t>&amp; </a:t>
            </a:r>
            <a:r>
              <a:rPr lang="en-US" altLang="zh-CN" sz="1400" dirty="0" err="1"/>
              <a:t>FoldChange</a:t>
            </a:r>
            <a:r>
              <a:rPr lang="zh-CN" altLang="en-US" sz="1400" dirty="0"/>
              <a:t>（差异倍数）</a:t>
            </a:r>
            <a:endParaRPr lang="zh-CN" altLang="en-US" sz="1400" dirty="0"/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3435495" y="6166489"/>
            <a:ext cx="23391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常用差异表达分析工具比较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11" grpId="0" bldLvl="0" animBg="1"/>
      <p:bldP spid="13" grpId="0" bldLvl="0" animBg="1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功能分析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4.2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聚类分析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526540" y="1697990"/>
            <a:ext cx="6448425" cy="5245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zh-CN" altLang="en-US" sz="1200" dirty="0"/>
              <a:t>单基因分析 </a:t>
            </a:r>
            <a:r>
              <a:rPr lang="en-US" altLang="zh-CN" sz="1200" dirty="0"/>
              <a:t>vs. </a:t>
            </a:r>
            <a:r>
              <a:rPr lang="zh-CN" altLang="en-US" sz="1200" dirty="0"/>
              <a:t>基因模块分析</a:t>
            </a:r>
            <a:endParaRPr lang="en-US" altLang="zh-CN" sz="1200" dirty="0"/>
          </a:p>
          <a:p>
            <a:r>
              <a:rPr lang="zh-CN" altLang="en-US" sz="1200" dirty="0"/>
              <a:t>常用聚类方法：</a:t>
            </a:r>
            <a:r>
              <a:rPr lang="en-US" altLang="zh-CN" sz="1200" dirty="0"/>
              <a:t>K-means</a:t>
            </a:r>
            <a:r>
              <a:rPr lang="zh-CN" altLang="en-US" sz="1200" dirty="0"/>
              <a:t>（</a:t>
            </a:r>
            <a:r>
              <a:rPr lang="en-US" altLang="zh-CN" sz="1200" dirty="0"/>
              <a:t>K</a:t>
            </a:r>
            <a:r>
              <a:rPr lang="zh-CN" altLang="en-US" sz="1200" dirty="0"/>
              <a:t>均值），层次聚类，</a:t>
            </a:r>
            <a:r>
              <a:rPr lang="en-US" altLang="zh-CN" sz="1200" dirty="0"/>
              <a:t>SOM</a:t>
            </a:r>
            <a:r>
              <a:rPr lang="zh-CN" altLang="en-US" sz="1200" dirty="0"/>
              <a:t>（自组织映射），</a:t>
            </a:r>
            <a:r>
              <a:rPr lang="en-US" altLang="zh-CN" sz="1200" dirty="0"/>
              <a:t>FCM</a:t>
            </a:r>
            <a:r>
              <a:rPr lang="zh-CN" altLang="en-US" sz="1200" dirty="0"/>
              <a:t>（模糊</a:t>
            </a:r>
            <a:r>
              <a:rPr lang="en-US" altLang="zh-CN" sz="1200" dirty="0"/>
              <a:t>C</a:t>
            </a:r>
            <a:r>
              <a:rPr lang="zh-CN" altLang="en-US" sz="1200" dirty="0"/>
              <a:t>均值）</a:t>
            </a:r>
            <a:endParaRPr lang="zh-CN" altLang="en-US" sz="1200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83" y="2400955"/>
            <a:ext cx="7476444" cy="3738222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279699" y="6139177"/>
            <a:ext cx="2584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基因表达聚类结果（</a:t>
            </a:r>
            <a:r>
              <a:rPr lang="en-US" altLang="zh-CN" sz="1400" b="1" dirty="0" err="1"/>
              <a:t>pheatmap</a:t>
            </a:r>
            <a:r>
              <a:rPr lang="zh-CN" altLang="en-US" sz="1400" dirty="0"/>
              <a:t>）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功能分析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4.3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基因集注释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13" name="图片 12"/>
          <p:cNvPicPr/>
          <p:nvPr>
            <p:custDataLst>
              <p:tags r:id="rId1"/>
            </p:custDataLst>
          </p:nvPr>
        </p:nvPicPr>
        <p:blipFill>
          <a:blip r:embed="rId2"/>
        </p:blipFill>
        <p:spPr>
          <a:xfrm>
            <a:off x="4428490" y="476885"/>
            <a:ext cx="3074670" cy="3219450"/>
          </a:xfrm>
          <a:prstGeom prst="rect">
            <a:avLst/>
          </a:prstGeom>
        </p:spPr>
      </p:pic>
      <p:sp>
        <p:nvSpPr>
          <p:cNvPr id="23" name="矩形 22"/>
          <p:cNvSpPr/>
          <p:nvPr>
            <p:custDataLst>
              <p:tags r:id="rId3"/>
            </p:custDataLst>
          </p:nvPr>
        </p:nvSpPr>
        <p:spPr>
          <a:xfrm flipV="1">
            <a:off x="0" y="6477075"/>
            <a:ext cx="9144000" cy="135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4" name="object 3"/>
          <p:cNvSpPr txBox="1"/>
          <p:nvPr>
            <p:custDataLst>
              <p:tags r:id="rId4"/>
            </p:custDataLst>
          </p:nvPr>
        </p:nvSpPr>
        <p:spPr>
          <a:xfrm>
            <a:off x="156210" y="1652905"/>
            <a:ext cx="4394835" cy="355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200"/>
              </a:spcBef>
              <a:spcAft>
                <a:spcPts val="200"/>
              </a:spcAft>
            </a:pPr>
            <a:r>
              <a:rPr lang="en-US" altLang="zh-CN" sz="2000" b="1" dirty="0">
                <a:cs typeface="+mn-lt"/>
              </a:rPr>
              <a:t>1</a:t>
            </a:r>
            <a:r>
              <a:rPr lang="zh-CN" altLang="en-US" sz="2000" b="1" dirty="0">
                <a:cs typeface="+mn-lt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cs typeface="+mn-lt"/>
              </a:rPr>
              <a:t>GO term</a:t>
            </a:r>
            <a:r>
              <a:rPr lang="zh-CN" altLang="en-US" sz="2000" b="1" dirty="0">
                <a:cs typeface="+mn-lt"/>
              </a:rPr>
              <a:t>：基因本体，分别从分子功能、参与的生物途径及细胞中的定位对基因产物进行了标准化描述，一个基因对应有一个或多个</a:t>
            </a:r>
            <a:r>
              <a:rPr lang="en-US" altLang="zh-CN" sz="2000" b="1" dirty="0">
                <a:cs typeface="+mn-lt"/>
              </a:rPr>
              <a:t>GO term</a:t>
            </a:r>
            <a:r>
              <a:rPr lang="zh-CN" altLang="en-US" sz="2000" b="1" dirty="0">
                <a:cs typeface="+mn-lt"/>
              </a:rPr>
              <a:t>（</a:t>
            </a:r>
            <a:r>
              <a:rPr lang="en-US" altLang="zh-CN" sz="2000" b="1" dirty="0">
                <a:cs typeface="+mn-lt"/>
              </a:rPr>
              <a:t>GO</a:t>
            </a:r>
            <a:r>
              <a:rPr lang="zh-CN" altLang="en-US" sz="2000" b="1" dirty="0">
                <a:cs typeface="+mn-lt"/>
              </a:rPr>
              <a:t>功能），一个</a:t>
            </a:r>
            <a:r>
              <a:rPr lang="en-US" altLang="zh-CN" sz="2000" b="1" dirty="0">
                <a:cs typeface="+mn-lt"/>
              </a:rPr>
              <a:t>term</a:t>
            </a:r>
            <a:r>
              <a:rPr lang="zh-CN" altLang="en-US" sz="2000" b="1" dirty="0">
                <a:cs typeface="+mn-lt"/>
              </a:rPr>
              <a:t>对应多个</a:t>
            </a:r>
            <a:r>
              <a:rPr lang="en-US" altLang="zh-CN" sz="2000" b="1" dirty="0">
                <a:cs typeface="+mn-lt"/>
              </a:rPr>
              <a:t>gene</a:t>
            </a:r>
            <a:r>
              <a:rPr lang="zh-CN" altLang="en-US" sz="2000" b="1" dirty="0">
                <a:cs typeface="+mn-lt"/>
              </a:rPr>
              <a:t>。</a:t>
            </a:r>
            <a:endParaRPr lang="en-US" altLang="zh-CN" sz="2000" b="1" dirty="0">
              <a:cs typeface="+mn-lt"/>
            </a:endParaRPr>
          </a:p>
          <a:p>
            <a:pPr marL="12700">
              <a:spcBef>
                <a:spcPts val="200"/>
              </a:spcBef>
              <a:spcAft>
                <a:spcPts val="200"/>
              </a:spcAft>
            </a:pPr>
            <a:r>
              <a:rPr lang="en-US" altLang="zh-CN" sz="2000" b="1" dirty="0">
                <a:cs typeface="+mn-lt"/>
              </a:rPr>
              <a:t>Molecular function </a:t>
            </a:r>
            <a:r>
              <a:rPr lang="zh-CN" altLang="en-US" sz="2000" b="1" dirty="0">
                <a:cs typeface="+mn-lt"/>
              </a:rPr>
              <a:t>（</a:t>
            </a:r>
            <a:r>
              <a:rPr lang="en-US" altLang="zh-CN" sz="2000" b="1" dirty="0">
                <a:cs typeface="+mn-lt"/>
              </a:rPr>
              <a:t>MF</a:t>
            </a:r>
            <a:r>
              <a:rPr lang="zh-CN" altLang="en-US" sz="2000" b="1" dirty="0">
                <a:cs typeface="+mn-lt"/>
              </a:rPr>
              <a:t>）、</a:t>
            </a:r>
            <a:r>
              <a:rPr lang="en-US" altLang="zh-CN" sz="2000" b="1" dirty="0">
                <a:cs typeface="+mn-lt"/>
              </a:rPr>
              <a:t>Biological process </a:t>
            </a:r>
            <a:r>
              <a:rPr lang="zh-CN" altLang="en-US" sz="2000" b="1" dirty="0">
                <a:cs typeface="+mn-lt"/>
              </a:rPr>
              <a:t>（</a:t>
            </a:r>
            <a:r>
              <a:rPr lang="en-US" altLang="zh-CN" sz="2000" b="1" dirty="0">
                <a:cs typeface="+mn-lt"/>
              </a:rPr>
              <a:t>BP</a:t>
            </a:r>
            <a:r>
              <a:rPr lang="zh-CN" altLang="en-US" sz="2000" b="1" dirty="0">
                <a:cs typeface="+mn-lt"/>
              </a:rPr>
              <a:t>）和</a:t>
            </a:r>
            <a:r>
              <a:rPr lang="en-US" altLang="zh-CN" sz="2000" b="1" dirty="0">
                <a:cs typeface="+mn-lt"/>
              </a:rPr>
              <a:t>Cellular components</a:t>
            </a:r>
            <a:r>
              <a:rPr lang="zh-CN" altLang="en-US" sz="2000" b="1" dirty="0">
                <a:cs typeface="+mn-lt"/>
              </a:rPr>
              <a:t>（</a:t>
            </a:r>
            <a:r>
              <a:rPr lang="en-US" altLang="zh-CN" sz="2000" b="1" dirty="0">
                <a:cs typeface="+mn-lt"/>
              </a:rPr>
              <a:t>CC</a:t>
            </a:r>
            <a:r>
              <a:rPr lang="zh-CN" altLang="en-US" sz="2000" b="1" dirty="0">
                <a:cs typeface="+mn-lt"/>
              </a:rPr>
              <a:t>）</a:t>
            </a:r>
            <a:endParaRPr lang="en-US" altLang="zh-CN" sz="2000" b="1" dirty="0">
              <a:cs typeface="+mn-lt"/>
            </a:endParaRPr>
          </a:p>
          <a:p>
            <a:pPr marL="12700">
              <a:spcBef>
                <a:spcPts val="200"/>
              </a:spcBef>
              <a:spcAft>
                <a:spcPts val="200"/>
              </a:spcAft>
            </a:pPr>
            <a:endParaRPr lang="en-US" altLang="zh-CN" sz="2000" b="1" dirty="0">
              <a:cs typeface="+mn-lt"/>
            </a:endParaRPr>
          </a:p>
          <a:p>
            <a:pPr marL="12700">
              <a:spcBef>
                <a:spcPts val="200"/>
              </a:spcBef>
              <a:spcAft>
                <a:spcPts val="200"/>
              </a:spcAft>
            </a:pPr>
            <a:r>
              <a:rPr lang="en-US" altLang="zh-CN" sz="2000" b="1" dirty="0">
                <a:cs typeface="+mn-lt"/>
              </a:rPr>
              <a:t>2</a:t>
            </a:r>
            <a:r>
              <a:rPr lang="zh-CN" altLang="en-US" sz="2000" b="1" dirty="0">
                <a:cs typeface="+mn-lt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cs typeface="+mn-lt"/>
              </a:rPr>
              <a:t>KEGG</a:t>
            </a:r>
            <a:r>
              <a:rPr lang="zh-CN" altLang="en-US" sz="2000" b="1" dirty="0">
                <a:cs typeface="+mn-lt"/>
              </a:rPr>
              <a:t>：存储了不同物种中基因通路的信息。</a:t>
            </a:r>
            <a:endParaRPr lang="zh-CN" altLang="en-US" sz="2000" b="1" dirty="0">
              <a:cs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56210" y="544576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u="sng"/>
              <a:t>https://geneontology.org/</a:t>
            </a:r>
            <a:endParaRPr lang="zh-CN" altLang="en-US" u="sng"/>
          </a:p>
          <a:p>
            <a:r>
              <a:rPr lang="zh-CN" altLang="en-US" u="sng"/>
              <a:t>https://www.genome.jp/kegg/</a:t>
            </a:r>
            <a:endParaRPr lang="zh-CN" altLang="en-US" u="sng"/>
          </a:p>
        </p:txBody>
      </p:sp>
      <p:pic>
        <p:nvPicPr>
          <p:cNvPr id="6" name="图片 5"/>
          <p:cNvPicPr/>
          <p:nvPr>
            <p:custDataLst>
              <p:tags r:id="rId6"/>
            </p:custDataLst>
          </p:nvPr>
        </p:nvPicPr>
        <p:blipFill>
          <a:blip r:embed="rId7"/>
        </p:blipFill>
        <p:spPr>
          <a:xfrm>
            <a:off x="4838065" y="5616575"/>
            <a:ext cx="1219200" cy="876300"/>
          </a:xfrm>
          <a:prstGeom prst="rect">
            <a:avLst/>
          </a:prstGeom>
        </p:spPr>
      </p:pic>
      <p:pic>
        <p:nvPicPr>
          <p:cNvPr id="14" name="图片 13"/>
          <p:cNvPicPr/>
          <p:nvPr>
            <p:custDataLst>
              <p:tags r:id="rId8"/>
            </p:custDataLst>
          </p:nvPr>
        </p:nvPicPr>
        <p:blipFill>
          <a:blip r:embed="rId9"/>
        </p:blipFill>
        <p:spPr>
          <a:xfrm>
            <a:off x="6090920" y="3235960"/>
            <a:ext cx="2672715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功能分析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4.4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富集分析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352" y="2015611"/>
            <a:ext cx="4942749" cy="25945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43829" y="4809909"/>
            <a:ext cx="2778689" cy="756697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3829" y="5566606"/>
            <a:ext cx="2138609" cy="786253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422910" y="3391535"/>
            <a:ext cx="2458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ym typeface="Symbol" panose="05050102010706020507" pitchFamily="18" charset="2"/>
              </a:rPr>
              <a:t></a:t>
            </a:r>
            <a:r>
              <a:rPr lang="en-US" altLang="zh-CN" sz="1600" dirty="0"/>
              <a:t>GSEA</a:t>
            </a:r>
            <a:r>
              <a:rPr lang="zh-CN" altLang="en-US" sz="1600" dirty="0"/>
              <a:t>原理</a:t>
            </a:r>
            <a:r>
              <a:rPr lang="en-US" altLang="zh-CN" sz="1600" dirty="0"/>
              <a:t> </a:t>
            </a:r>
            <a:endParaRPr lang="en-US" altLang="zh-CN" sz="1600" dirty="0"/>
          </a:p>
          <a:p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Subramanian, A. </a:t>
            </a:r>
            <a:r>
              <a:rPr lang="en-US" altLang="zh-CN" sz="1200" i="1" dirty="0">
                <a:solidFill>
                  <a:schemeClr val="bg1">
                    <a:lumMod val="65000"/>
                  </a:schemeClr>
                </a:solidFill>
              </a:rPr>
              <a:t>PNAS. 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sym typeface="+mn-ea"/>
              </a:rPr>
              <a:t>2005</a:t>
            </a:r>
            <a:endParaRPr lang="en-US" altLang="zh-CN" sz="1200" i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4143038" y="5304425"/>
          <a:ext cx="3729116" cy="11277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32279"/>
                <a:gridCol w="932279"/>
                <a:gridCol w="932279"/>
                <a:gridCol w="932279"/>
              </a:tblGrid>
              <a:tr h="261816"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特定功能集</a:t>
                      </a:r>
                      <a:r>
                        <a:rPr lang="en-US" altLang="zh-CN" sz="1200" dirty="0"/>
                        <a:t>S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不属于功能集</a:t>
                      </a:r>
                      <a:r>
                        <a:rPr lang="en-US" altLang="zh-CN" sz="1200" dirty="0"/>
                        <a:t>S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总基因数</a:t>
                      </a:r>
                      <a:endParaRPr lang="zh-CN" altLang="en-US" sz="1200" dirty="0"/>
                    </a:p>
                  </a:txBody>
                  <a:tcPr/>
                </a:tc>
              </a:tr>
              <a:tr h="3119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目标基因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k-x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k</a:t>
                      </a:r>
                      <a:endParaRPr lang="zh-CN" altLang="en-US" sz="1600" dirty="0"/>
                    </a:p>
                  </a:txBody>
                  <a:tcPr/>
                </a:tc>
              </a:tr>
              <a:tr h="3119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背景基因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M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N-M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N</a:t>
                      </a:r>
                      <a:endParaRPr lang="zh-CN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5331227" y="4958157"/>
            <a:ext cx="14408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ym typeface="Symbol" panose="05050102010706020507" pitchFamily="18" charset="2"/>
              </a:rPr>
              <a:t></a:t>
            </a:r>
            <a:r>
              <a:rPr lang="zh-CN" altLang="en-US" sz="1600" dirty="0"/>
              <a:t>超几何分布</a:t>
            </a:r>
            <a:endParaRPr lang="zh-CN" altLang="en-US" sz="1600" dirty="0"/>
          </a:p>
        </p:txBody>
      </p:sp>
      <p:sp>
        <p:nvSpPr>
          <p:cNvPr id="34" name="文本框 33"/>
          <p:cNvSpPr txBox="1"/>
          <p:nvPr>
            <p:custDataLst>
              <p:tags r:id="rId10"/>
            </p:custDataLst>
          </p:nvPr>
        </p:nvSpPr>
        <p:spPr>
          <a:xfrm>
            <a:off x="291465" y="2621280"/>
            <a:ext cx="2881630" cy="65278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noAutofit/>
          </a:bodyPr>
          <a:lstStyle/>
          <a:p>
            <a:r>
              <a:rPr lang="zh-CN" altLang="en-US" sz="1600" dirty="0"/>
              <a:t>常用工具：</a:t>
            </a:r>
            <a:r>
              <a:rPr lang="en-US" altLang="zh-CN" sz="1600" b="1" dirty="0" err="1">
                <a:solidFill>
                  <a:schemeClr val="accent1">
                    <a:lumMod val="50000"/>
                  </a:schemeClr>
                </a:solidFill>
              </a:rPr>
              <a:t>agriGO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，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GSEA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，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IPA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，</a:t>
            </a:r>
            <a:r>
              <a:rPr lang="en-US" altLang="zh-CN" sz="1600" b="1" dirty="0" err="1">
                <a:solidFill>
                  <a:schemeClr val="accent1">
                    <a:lumMod val="50000"/>
                  </a:schemeClr>
                </a:solidFill>
              </a:rPr>
              <a:t>clusterProfiler</a:t>
            </a:r>
            <a:endParaRPr lang="zh-CN" alt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" name="椭圆 34"/>
          <p:cNvSpPr/>
          <p:nvPr>
            <p:custDataLst>
              <p:tags r:id="rId11"/>
            </p:custDataLst>
          </p:nvPr>
        </p:nvSpPr>
        <p:spPr>
          <a:xfrm>
            <a:off x="527027" y="2010803"/>
            <a:ext cx="1122219" cy="5403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基因集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6" name="椭圆 35"/>
          <p:cNvSpPr/>
          <p:nvPr>
            <p:custDataLst>
              <p:tags r:id="rId12"/>
            </p:custDataLst>
          </p:nvPr>
        </p:nvSpPr>
        <p:spPr>
          <a:xfrm>
            <a:off x="2051027" y="2010802"/>
            <a:ext cx="1122219" cy="540327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功能集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37" name="直接箭头连接符 36"/>
          <p:cNvCxnSpPr>
            <a:stCxn id="35" idx="6"/>
            <a:endCxn id="36" idx="2"/>
          </p:cNvCxnSpPr>
          <p:nvPr>
            <p:custDataLst>
              <p:tags r:id="rId13"/>
            </p:custDataLst>
          </p:nvPr>
        </p:nvCxnSpPr>
        <p:spPr>
          <a:xfrm flipV="1">
            <a:off x="1649246" y="2280966"/>
            <a:ext cx="401781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>
            <p:custDataLst>
              <p:tags r:id="rId14"/>
            </p:custDataLst>
          </p:nvPr>
        </p:nvSpPr>
        <p:spPr>
          <a:xfrm>
            <a:off x="422618" y="4027841"/>
            <a:ext cx="2559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表达量</a:t>
            </a:r>
            <a:r>
              <a:rPr lang="en-US" altLang="zh-CN" sz="1400" dirty="0"/>
              <a:t>-</a:t>
            </a:r>
            <a:r>
              <a:rPr lang="zh-CN" altLang="en-US" sz="1400" dirty="0"/>
              <a:t>样本相关性排序，功能基因集分布，计算富集得分</a:t>
            </a:r>
            <a:endParaRPr lang="zh-CN" altLang="en-US" sz="1400" dirty="0"/>
          </a:p>
        </p:txBody>
      </p:sp>
      <p:sp>
        <p:nvSpPr>
          <p:cNvPr id="40" name="文本框 39"/>
          <p:cNvSpPr txBox="1"/>
          <p:nvPr>
            <p:custDataLst>
              <p:tags r:id="rId15"/>
            </p:custDataLst>
          </p:nvPr>
        </p:nvSpPr>
        <p:spPr>
          <a:xfrm>
            <a:off x="2484120" y="6237605"/>
            <a:ext cx="18713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Fisher</a:t>
            </a:r>
            <a:r>
              <a:rPr lang="zh-CN" altLang="en-US" sz="1600" dirty="0"/>
              <a:t>精确检验</a:t>
            </a:r>
            <a:endParaRPr lang="zh-CN" altLang="en-US" sz="1600" dirty="0"/>
          </a:p>
        </p:txBody>
      </p:sp>
      <p:sp>
        <p:nvSpPr>
          <p:cNvPr id="41" name="椭圆形标注 1"/>
          <p:cNvSpPr/>
          <p:nvPr>
            <p:custDataLst>
              <p:tags r:id="rId16"/>
            </p:custDataLst>
          </p:nvPr>
        </p:nvSpPr>
        <p:spPr>
          <a:xfrm>
            <a:off x="2532380" y="1591310"/>
            <a:ext cx="1308100" cy="428625"/>
          </a:xfrm>
          <a:prstGeom prst="wedgeEllipseCallou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GO/KEGG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4" grpId="0" bldLvl="0" animBg="1"/>
      <p:bldP spid="35" grpId="0" bldLvl="0" animBg="1"/>
      <p:bldP spid="36" grpId="0" bldLvl="0" animBg="1"/>
      <p:bldP spid="38" grpId="0"/>
      <p:bldP spid="40" grpId="0"/>
      <p:bldP spid="41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功能分析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4.5 </a:t>
            </a:r>
            <a:r>
              <a:rPr lang="en-US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GSEA</a:t>
            </a:r>
            <a:endParaRPr lang="en-US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5004048" y="2060848"/>
            <a:ext cx="389356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</a:t>
            </a:r>
            <a:r>
              <a:rPr lang="zh-CN" altLang="en-US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）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Enrichment Score</a:t>
            </a:r>
            <a:r>
              <a:rPr lang="zh-CN" altLang="en-US" sz="20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</a:t>
            </a:r>
            <a:r>
              <a:rPr lang="zh-CN" altLang="zh-CN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反应基因集成员在排序列表的两端富集的程度。计算方式是，从基因集的第一个基因开始，计算一个累计统计值。当遇到一个落在</a:t>
            </a:r>
            <a:r>
              <a:rPr lang="zh-CN" altLang="en-US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基因集</a:t>
            </a:r>
            <a:r>
              <a:rPr lang="zh-CN" altLang="zh-CN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里面的基因，则增加统计值。遇到一个不在</a:t>
            </a:r>
            <a:r>
              <a:rPr lang="zh-CN" altLang="en-US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基因集</a:t>
            </a:r>
            <a:r>
              <a:rPr lang="zh-CN" altLang="zh-CN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里面的基因，则降低统计值。 </a:t>
            </a:r>
            <a:endParaRPr lang="en-US" altLang="zh-CN" sz="20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/>
            <a:r>
              <a:rPr lang="en-US" altLang="zh-CN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</a:t>
            </a:r>
            <a:r>
              <a:rPr lang="zh-CN" altLang="en-US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）基因集中成员出现在基因排序列表中的位置。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leading edge subset </a:t>
            </a:r>
            <a:r>
              <a:rPr lang="zh-CN" altLang="en-US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就是原点（</a:t>
            </a:r>
            <a:r>
              <a:rPr lang="en-US" altLang="zh-CN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0,0</a:t>
            </a:r>
            <a:r>
              <a:rPr lang="zh-CN" altLang="en-US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）到绿色曲线峰值</a:t>
            </a:r>
            <a:r>
              <a:rPr lang="en-US" altLang="zh-CN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ES</a:t>
            </a:r>
            <a:r>
              <a:rPr lang="zh-CN" altLang="en-US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出现对应的这部分基因</a:t>
            </a:r>
            <a:endParaRPr lang="en-US" altLang="zh-CN" sz="20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/>
            <a:r>
              <a:rPr lang="en-US" altLang="zh-CN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</a:t>
            </a:r>
            <a:r>
              <a:rPr lang="zh-CN" altLang="en-US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）排序后所有基因</a:t>
            </a:r>
            <a:r>
              <a:rPr lang="en-US" altLang="zh-CN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rank</a:t>
            </a:r>
            <a:r>
              <a:rPr lang="zh-CN" altLang="en-US" sz="20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值的分布。</a:t>
            </a:r>
            <a:endParaRPr lang="zh-CN" altLang="zh-CN" sz="20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33" y="2183045"/>
            <a:ext cx="4794278" cy="3728883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2013657" y="1611090"/>
            <a:ext cx="5787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200"/>
              </a:spcBef>
              <a:spcAft>
                <a:spcPts val="200"/>
              </a:spcAft>
            </a:pPr>
            <a:r>
              <a:rPr lang="en-US" altLang="zh-CN" sz="24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GSEA</a:t>
            </a:r>
            <a:r>
              <a:rPr lang="zh-CN" altLang="en-US" sz="24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（</a:t>
            </a:r>
            <a:r>
              <a:rPr lang="en-US" altLang="zh-CN" sz="24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Gene Set Enrichment Analysis</a:t>
            </a:r>
            <a:r>
              <a:rPr lang="zh-CN" altLang="en-US" sz="24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）</a:t>
            </a:r>
            <a:endParaRPr lang="en-US" altLang="zh-CN" sz="24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功能分析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4.6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共表达网络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9" name="椭圆 8"/>
          <p:cNvSpPr/>
          <p:nvPr>
            <p:custDataLst>
              <p:tags r:id="rId1"/>
            </p:custDataLst>
          </p:nvPr>
        </p:nvSpPr>
        <p:spPr>
          <a:xfrm>
            <a:off x="5442064" y="1638048"/>
            <a:ext cx="1122219" cy="5403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基因集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9" idx="6"/>
          </p:cNvCxnSpPr>
          <p:nvPr>
            <p:custDataLst>
              <p:tags r:id="rId2"/>
            </p:custDataLst>
          </p:nvPr>
        </p:nvCxnSpPr>
        <p:spPr>
          <a:xfrm flipV="1">
            <a:off x="6564283" y="1908211"/>
            <a:ext cx="609599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6464530" y="1908211"/>
            <a:ext cx="80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相互作用</a:t>
            </a:r>
            <a:endParaRPr lang="zh-CN" altLang="en-US" sz="1200" dirty="0"/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945576" y="1738934"/>
            <a:ext cx="4251958" cy="33855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不同样本表达模式相似的基因功能应该也类似</a:t>
            </a:r>
            <a:endParaRPr lang="zh-CN" altLang="en-US" sz="1600" dirty="0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2" t="1447" r="22129" b="3710"/>
          <a:stretch>
            <a:fillRect/>
          </a:stretch>
        </p:blipFill>
        <p:spPr>
          <a:xfrm>
            <a:off x="221671" y="2448538"/>
            <a:ext cx="5903084" cy="4146555"/>
          </a:xfrm>
          <a:prstGeom prst="rect">
            <a:avLst/>
          </a:prstGeom>
        </p:spPr>
      </p:pic>
      <p:cxnSp>
        <p:nvCxnSpPr>
          <p:cNvPr id="14" name="直接箭头连接符 13"/>
          <p:cNvCxnSpPr>
            <a:endCxn id="15" idx="1"/>
          </p:cNvCxnSpPr>
          <p:nvPr>
            <p:custDataLst>
              <p:tags r:id="rId7"/>
            </p:custDataLst>
          </p:nvPr>
        </p:nvCxnSpPr>
        <p:spPr>
          <a:xfrm flipV="1">
            <a:off x="4851339" y="3149806"/>
            <a:ext cx="1110964" cy="37827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5962303" y="2888196"/>
            <a:ext cx="2184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ym typeface="Symbol" panose="05050102010706020507" pitchFamily="18" charset="2"/>
              </a:rPr>
              <a:t></a:t>
            </a:r>
            <a:r>
              <a:rPr lang="en-US" altLang="zh-CN" sz="1400" dirty="0"/>
              <a:t>Interaction</a:t>
            </a:r>
            <a:r>
              <a:rPr lang="zh-CN" altLang="en-US" sz="1400" dirty="0"/>
              <a:t>，相关性系数：</a:t>
            </a:r>
            <a:r>
              <a:rPr lang="en-US" altLang="zh-CN" sz="1400" dirty="0"/>
              <a:t>Pearson</a:t>
            </a:r>
            <a:r>
              <a:rPr lang="zh-CN" altLang="en-US" sz="1400" dirty="0"/>
              <a:t>，</a:t>
            </a:r>
            <a:r>
              <a:rPr lang="en-US" altLang="zh-CN" sz="1400" dirty="0"/>
              <a:t>Spearman</a:t>
            </a:r>
            <a:endParaRPr lang="en-US" altLang="zh-CN" sz="1400" dirty="0"/>
          </a:p>
        </p:txBody>
      </p:sp>
      <p:sp>
        <p:nvSpPr>
          <p:cNvPr id="16" name="矩形 15"/>
          <p:cNvSpPr/>
          <p:nvPr>
            <p:custDataLst>
              <p:tags r:id="rId9"/>
            </p:custDataLst>
          </p:nvPr>
        </p:nvSpPr>
        <p:spPr>
          <a:xfrm>
            <a:off x="945576" y="2094354"/>
            <a:ext cx="4251958" cy="3385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根据表达量计算相关性矩阵，构建共表达网络</a:t>
            </a:r>
            <a:endParaRPr lang="zh-CN" altLang="en-US" sz="1600" dirty="0"/>
          </a:p>
        </p:txBody>
      </p: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5962303" y="3551633"/>
            <a:ext cx="2922275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ym typeface="Symbol" panose="05050102010706020507" pitchFamily="18" charset="2"/>
              </a:rPr>
              <a:t> </a:t>
            </a:r>
            <a:r>
              <a:rPr lang="en-US" altLang="zh-CN" sz="1400" dirty="0"/>
              <a:t>WGCNA</a:t>
            </a:r>
            <a:r>
              <a:rPr lang="zh-CN" altLang="en-US" sz="1400" dirty="0"/>
              <a:t>权重基因共表达网络分析</a:t>
            </a:r>
            <a:endParaRPr lang="en-US" altLang="zh-CN" sz="1400" dirty="0"/>
          </a:p>
          <a:p>
            <a:endParaRPr lang="en-US" altLang="zh-CN" sz="1400" dirty="0">
              <a:sym typeface="Symbol" panose="05050102010706020507" pitchFamily="18" charset="2"/>
            </a:endParaRPr>
          </a:p>
          <a:p>
            <a:r>
              <a:rPr lang="en-US" altLang="zh-CN" sz="1400" dirty="0">
                <a:sym typeface="Symbol" panose="05050102010706020507" pitchFamily="18" charset="2"/>
              </a:rPr>
              <a:t></a:t>
            </a:r>
            <a:r>
              <a:rPr lang="zh-CN" altLang="en-US" sz="1400" dirty="0"/>
              <a:t>核心基因（</a:t>
            </a:r>
            <a:r>
              <a:rPr lang="en-US" altLang="zh-CN" sz="1400" dirty="0"/>
              <a:t>Hub genes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endParaRPr lang="en-US" altLang="zh-CN" sz="1400" dirty="0">
              <a:sym typeface="Symbol" panose="05050102010706020507" pitchFamily="18" charset="2"/>
            </a:endParaRPr>
          </a:p>
          <a:p>
            <a:r>
              <a:rPr lang="en-US" altLang="zh-CN" sz="1400" dirty="0">
                <a:sym typeface="Symbol" panose="05050102010706020507" pitchFamily="18" charset="2"/>
              </a:rPr>
              <a:t>MCODE</a:t>
            </a:r>
            <a:r>
              <a:rPr lang="zh-CN" altLang="en-US" sz="1400" dirty="0"/>
              <a:t>网络模块挖掘（子网络）</a:t>
            </a:r>
            <a:endParaRPr lang="zh-CN" altLang="en-US" sz="1400" dirty="0"/>
          </a:p>
        </p:txBody>
      </p:sp>
      <p:sp>
        <p:nvSpPr>
          <p:cNvPr id="18" name="矩形 17"/>
          <p:cNvSpPr/>
          <p:nvPr>
            <p:custDataLst>
              <p:tags r:id="rId11"/>
            </p:custDataLst>
          </p:nvPr>
        </p:nvSpPr>
        <p:spPr>
          <a:xfrm>
            <a:off x="1115364" y="5975297"/>
            <a:ext cx="20767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CytoScape</a:t>
            </a:r>
            <a:r>
              <a:rPr lang="zh-CN" altLang="en-US" sz="1600" dirty="0"/>
              <a:t>网络可视化</a:t>
            </a:r>
            <a:endParaRPr lang="zh-CN" altLang="en-US" sz="1600" dirty="0"/>
          </a:p>
        </p:txBody>
      </p:sp>
      <p:cxnSp>
        <p:nvCxnSpPr>
          <p:cNvPr id="19" name="直接箭头连接符 18"/>
          <p:cNvCxnSpPr/>
          <p:nvPr>
            <p:custDataLst>
              <p:tags r:id="rId12"/>
            </p:custDataLst>
          </p:nvPr>
        </p:nvCxnSpPr>
        <p:spPr>
          <a:xfrm flipV="1">
            <a:off x="3939194" y="4211147"/>
            <a:ext cx="2023109" cy="6213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13"/>
            </p:custDataLst>
          </p:nvPr>
        </p:nvSpPr>
        <p:spPr>
          <a:xfrm>
            <a:off x="3512127" y="3113408"/>
            <a:ext cx="1321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ym typeface="Symbol" panose="05050102010706020507" pitchFamily="18" charset="2"/>
              </a:rPr>
              <a:t>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无标度网络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1" grpId="0"/>
      <p:bldP spid="12" grpId="0" bldLvl="0" animBg="1"/>
      <p:bldP spid="15" grpId="0"/>
      <p:bldP spid="16" grpId="0" bldLvl="0" animBg="1"/>
      <p:bldP spid="17" grpId="0"/>
      <p:bldP spid="18" grpId="0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功能分析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4.7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验证试验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9" name="椭圆 8"/>
          <p:cNvSpPr/>
          <p:nvPr>
            <p:custDataLst>
              <p:tags r:id="rId1"/>
            </p:custDataLst>
          </p:nvPr>
        </p:nvSpPr>
        <p:spPr>
          <a:xfrm>
            <a:off x="1900099" y="1676051"/>
            <a:ext cx="1122219" cy="5403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相关性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椭圆 9"/>
          <p:cNvSpPr/>
          <p:nvPr>
            <p:custDataLst>
              <p:tags r:id="rId2"/>
            </p:custDataLst>
          </p:nvPr>
        </p:nvSpPr>
        <p:spPr>
          <a:xfrm>
            <a:off x="5849770" y="1676051"/>
            <a:ext cx="1413165" cy="540327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因果关系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>
            <a:stCxn id="9" idx="6"/>
            <a:endCxn id="10" idx="2"/>
          </p:cNvCxnSpPr>
          <p:nvPr>
            <p:custDataLst>
              <p:tags r:id="rId3"/>
            </p:custDataLst>
          </p:nvPr>
        </p:nvCxnSpPr>
        <p:spPr>
          <a:xfrm>
            <a:off x="3022318" y="1946215"/>
            <a:ext cx="28274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00098" y="5202128"/>
            <a:ext cx="2372641" cy="15788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38788" y="5137958"/>
            <a:ext cx="2924147" cy="1637523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3627120" y="1573530"/>
            <a:ext cx="18053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PCR</a:t>
            </a:r>
            <a:r>
              <a:rPr lang="zh-CN" altLang="en-US" sz="1600" dirty="0"/>
              <a:t>，凝胶电泳</a:t>
            </a:r>
            <a:endParaRPr lang="zh-CN" altLang="en-US" sz="1600" dirty="0"/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3314421" y="1946214"/>
            <a:ext cx="2430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基因敲除，敲减，过表达</a:t>
            </a:r>
            <a:endParaRPr lang="zh-CN" altLang="en-US" sz="1600" dirty="0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099" y="2269328"/>
            <a:ext cx="5362836" cy="29328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14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功能分析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4.8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拓展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97775" y="3396006"/>
            <a:ext cx="4603761" cy="294270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" y="1588536"/>
            <a:ext cx="2725032" cy="63584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3899535" y="1787525"/>
            <a:ext cx="2725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全长转录本（三代测序）</a:t>
            </a:r>
            <a:endParaRPr lang="zh-CN" altLang="en-US" sz="2000" dirty="0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93125" y="2323452"/>
            <a:ext cx="2725032" cy="617674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3884930" y="2447925"/>
            <a:ext cx="29800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单细胞测序（</a:t>
            </a:r>
            <a:r>
              <a:rPr lang="en-US" altLang="zh-CN" sz="2000" dirty="0"/>
              <a:t>single cell</a:t>
            </a:r>
            <a:r>
              <a:rPr lang="zh-CN" altLang="en-US" sz="2000" dirty="0"/>
              <a:t>）</a:t>
            </a:r>
            <a:endParaRPr lang="zh-CN" altLang="en-US" sz="2000" dirty="0"/>
          </a:p>
        </p:txBody>
      </p:sp>
      <p:sp>
        <p:nvSpPr>
          <p:cNvPr id="27" name="圆角矩形 13"/>
          <p:cNvSpPr/>
          <p:nvPr>
            <p:custDataLst>
              <p:tags r:id="rId9"/>
            </p:custDataLst>
          </p:nvPr>
        </p:nvSpPr>
        <p:spPr>
          <a:xfrm>
            <a:off x="897775" y="1521229"/>
            <a:ext cx="7431578" cy="1620982"/>
          </a:xfrm>
          <a:prstGeom prst="roundRect">
            <a:avLst>
              <a:gd name="adj" fmla="val 948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10"/>
            </p:custDataLst>
          </p:nvPr>
        </p:nvSpPr>
        <p:spPr>
          <a:xfrm>
            <a:off x="5211445" y="3303270"/>
            <a:ext cx="313880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    多组学整合</a:t>
            </a:r>
            <a:r>
              <a:rPr lang="zh-CN" altLang="en-US" sz="1600" dirty="0"/>
              <a:t>：基因组，表观组，蛋白组，代谢组，表型组</a:t>
            </a:r>
            <a:endParaRPr lang="en-US" altLang="zh-CN" sz="1600" dirty="0"/>
          </a:p>
          <a:p>
            <a:endParaRPr lang="en-US" altLang="zh-CN" sz="1600" b="1" dirty="0"/>
          </a:p>
          <a:p>
            <a:r>
              <a:rPr lang="zh-CN" altLang="en-US" sz="1600" b="1" dirty="0"/>
              <a:t>    非编码</a:t>
            </a:r>
            <a:r>
              <a:rPr lang="zh-CN" altLang="en-US" sz="1600" dirty="0"/>
              <a:t>：</a:t>
            </a:r>
            <a:r>
              <a:rPr lang="en-US" altLang="zh-CN" sz="1600" dirty="0" err="1"/>
              <a:t>lncRNA</a:t>
            </a:r>
            <a:r>
              <a:rPr lang="zh-CN" altLang="en-US" sz="1600" dirty="0"/>
              <a:t>，</a:t>
            </a:r>
            <a:r>
              <a:rPr lang="en-US" altLang="zh-CN" sz="1600" dirty="0" err="1"/>
              <a:t>circRNA</a:t>
            </a:r>
            <a:endParaRPr lang="en-US" altLang="zh-CN" sz="1600" dirty="0"/>
          </a:p>
          <a:p>
            <a:endParaRPr lang="en-US" altLang="zh-CN" sz="1600" b="1" dirty="0"/>
          </a:p>
          <a:p>
            <a:r>
              <a:rPr lang="en-US" altLang="zh-CN" sz="1600" b="1" dirty="0"/>
              <a:t>    </a:t>
            </a:r>
            <a:r>
              <a:rPr lang="zh-CN" altLang="en-US" sz="1600" b="1" dirty="0"/>
              <a:t>表观转录组</a:t>
            </a:r>
            <a:r>
              <a:rPr lang="zh-CN" altLang="en-US" sz="1600" dirty="0"/>
              <a:t>：</a:t>
            </a:r>
            <a:r>
              <a:rPr lang="en-US" altLang="zh-CN" sz="1600" dirty="0"/>
              <a:t>m</a:t>
            </a:r>
            <a:r>
              <a:rPr lang="en-US" altLang="zh-CN" sz="1600" baseline="30000" dirty="0"/>
              <a:t>6</a:t>
            </a:r>
            <a:r>
              <a:rPr lang="en-US" altLang="zh-CN" sz="1600" dirty="0"/>
              <a:t>A</a:t>
            </a:r>
            <a:r>
              <a:rPr lang="zh-CN" altLang="en-US" sz="1600" dirty="0"/>
              <a:t>修饰</a:t>
            </a:r>
            <a:endParaRPr lang="en-US" altLang="zh-CN" sz="1600" dirty="0"/>
          </a:p>
          <a:p>
            <a:endParaRPr lang="zh-CN" altLang="en-US" sz="1600" dirty="0"/>
          </a:p>
        </p:txBody>
      </p:sp>
      <p:sp>
        <p:nvSpPr>
          <p:cNvPr id="29" name="圆角矩形 15"/>
          <p:cNvSpPr/>
          <p:nvPr>
            <p:custDataLst>
              <p:tags r:id="rId11"/>
            </p:custDataLst>
          </p:nvPr>
        </p:nvSpPr>
        <p:spPr>
          <a:xfrm>
            <a:off x="897774" y="3275215"/>
            <a:ext cx="7452595" cy="3161360"/>
          </a:xfrm>
          <a:prstGeom prst="roundRect">
            <a:avLst>
              <a:gd name="adj" fmla="val 447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标注 16"/>
          <p:cNvSpPr/>
          <p:nvPr>
            <p:custDataLst>
              <p:tags r:id="rId12"/>
            </p:custDataLst>
          </p:nvPr>
        </p:nvSpPr>
        <p:spPr>
          <a:xfrm>
            <a:off x="6955134" y="1897538"/>
            <a:ext cx="1115214" cy="872263"/>
          </a:xfrm>
          <a:prstGeom prst="wedgeRect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chemeClr val="tx1"/>
                </a:solidFill>
              </a:rPr>
              <a:t>技术革新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31" name="矩形标注 17"/>
          <p:cNvSpPr/>
          <p:nvPr>
            <p:custDataLst>
              <p:tags r:id="rId13"/>
            </p:custDataLst>
          </p:nvPr>
        </p:nvSpPr>
        <p:spPr>
          <a:xfrm>
            <a:off x="6284408" y="5073717"/>
            <a:ext cx="1453265" cy="1122218"/>
          </a:xfrm>
          <a:prstGeom prst="wedgeRect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整合应用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 bldLvl="0" animBg="1"/>
      <p:bldP spid="28" grpId="0"/>
      <p:bldP spid="29" grpId="0" bldLvl="0" animBg="1"/>
      <p:bldP spid="30" grpId="0" bldLvl="0" animBg="1"/>
      <p:bldP spid="31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5.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RNA-seq 数据分析案例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5.1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统计分析及可视化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8" name="圆角矩形 8"/>
          <p:cNvSpPr/>
          <p:nvPr>
            <p:custDataLst>
              <p:tags r:id="rId1"/>
            </p:custDataLst>
          </p:nvPr>
        </p:nvSpPr>
        <p:spPr>
          <a:xfrm>
            <a:off x="1260116" y="4041555"/>
            <a:ext cx="1496291" cy="2161309"/>
          </a:xfrm>
          <a:prstGeom prst="roundRect">
            <a:avLst>
              <a:gd name="adj" fmla="val 5000"/>
            </a:avLst>
          </a:prstGeom>
          <a:noFill/>
          <a:ln>
            <a:solidFill>
              <a:srgbClr val="CE99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6C7CF"/>
              </a:solidFill>
            </a:endParaRPr>
          </a:p>
        </p:txBody>
      </p:sp>
      <p:sp>
        <p:nvSpPr>
          <p:cNvPr id="9" name="圆角矩形 11"/>
          <p:cNvSpPr/>
          <p:nvPr>
            <p:custDataLst>
              <p:tags r:id="rId2"/>
            </p:custDataLst>
          </p:nvPr>
        </p:nvSpPr>
        <p:spPr>
          <a:xfrm>
            <a:off x="2987065" y="4041557"/>
            <a:ext cx="1496291" cy="2161309"/>
          </a:xfrm>
          <a:prstGeom prst="roundRect">
            <a:avLst>
              <a:gd name="adj" fmla="val 5000"/>
            </a:avLst>
          </a:prstGeom>
          <a:noFill/>
          <a:ln>
            <a:solidFill>
              <a:srgbClr val="019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3092958" y="5585582"/>
            <a:ext cx="141033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190B0"/>
                </a:solidFill>
                <a:sym typeface="Symbol" panose="05050102010706020507" pitchFamily="18" charset="2"/>
              </a:rPr>
              <a:t>2.</a:t>
            </a:r>
            <a:r>
              <a:rPr lang="zh-CN" altLang="en-US" sz="2000" dirty="0">
                <a:solidFill>
                  <a:srgbClr val="0190B0"/>
                </a:solidFill>
                <a:sym typeface="Symbol" panose="05050102010706020507" pitchFamily="18" charset="2"/>
              </a:rPr>
              <a:t>差异分析</a:t>
            </a:r>
            <a:endParaRPr lang="zh-CN" altLang="en-US" sz="2000" dirty="0">
              <a:solidFill>
                <a:srgbClr val="0190B0"/>
              </a:solidFill>
              <a:sym typeface="Symbol" panose="05050102010706020507" pitchFamily="18" charset="2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1366009" y="5585580"/>
            <a:ext cx="141033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4FB88E"/>
                </a:solidFill>
              </a:rPr>
              <a:t>1.</a:t>
            </a:r>
            <a:r>
              <a:rPr lang="zh-CN" altLang="en-US" sz="2000" dirty="0">
                <a:solidFill>
                  <a:srgbClr val="4FB88E"/>
                </a:solidFill>
              </a:rPr>
              <a:t>软件安装</a:t>
            </a:r>
            <a:endParaRPr lang="zh-CN" altLang="en-US" sz="2000" dirty="0">
              <a:solidFill>
                <a:srgbClr val="4FB88E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992" y="4398051"/>
            <a:ext cx="1160270" cy="868390"/>
          </a:xfrm>
          <a:prstGeom prst="rect">
            <a:avLst/>
          </a:prstGeom>
        </p:spPr>
      </p:pic>
      <p:sp>
        <p:nvSpPr>
          <p:cNvPr id="13" name="圆角矩形 15"/>
          <p:cNvSpPr/>
          <p:nvPr>
            <p:custDataLst>
              <p:tags r:id="rId7"/>
            </p:custDataLst>
          </p:nvPr>
        </p:nvSpPr>
        <p:spPr>
          <a:xfrm>
            <a:off x="4710931" y="4041555"/>
            <a:ext cx="1496291" cy="2161309"/>
          </a:xfrm>
          <a:prstGeom prst="roundRect">
            <a:avLst>
              <a:gd name="adj" fmla="val 5000"/>
            </a:avLst>
          </a:prstGeom>
          <a:noFill/>
          <a:ln>
            <a:solidFill>
              <a:srgbClr val="8788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4816824" y="5585580"/>
            <a:ext cx="141033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8788C1"/>
                </a:solidFill>
                <a:sym typeface="Symbol" panose="05050102010706020507" pitchFamily="18" charset="2"/>
              </a:rPr>
              <a:t>3.</a:t>
            </a:r>
            <a:r>
              <a:rPr lang="zh-CN" altLang="en-US" sz="2000" dirty="0">
                <a:solidFill>
                  <a:srgbClr val="8788C1"/>
                </a:solidFill>
                <a:sym typeface="Symbol" panose="05050102010706020507" pitchFamily="18" charset="2"/>
              </a:rPr>
              <a:t>聚类分析</a:t>
            </a:r>
            <a:endParaRPr lang="zh-CN" altLang="en-US" sz="2000" dirty="0">
              <a:solidFill>
                <a:srgbClr val="8788C1"/>
              </a:solidFill>
              <a:sym typeface="Symbol" panose="05050102010706020507" pitchFamily="18" charset="2"/>
            </a:endParaRPr>
          </a:p>
        </p:txBody>
      </p:sp>
      <p:sp>
        <p:nvSpPr>
          <p:cNvPr id="15" name="圆角矩形 17"/>
          <p:cNvSpPr/>
          <p:nvPr>
            <p:custDataLst>
              <p:tags r:id="rId9"/>
            </p:custDataLst>
          </p:nvPr>
        </p:nvSpPr>
        <p:spPr>
          <a:xfrm>
            <a:off x="6434797" y="4041555"/>
            <a:ext cx="1496291" cy="2161309"/>
          </a:xfrm>
          <a:prstGeom prst="roundRect">
            <a:avLst>
              <a:gd name="adj" fmla="val 5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0"/>
            </p:custDataLst>
          </p:nvPr>
        </p:nvSpPr>
        <p:spPr>
          <a:xfrm>
            <a:off x="6540690" y="5585580"/>
            <a:ext cx="141033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7676"/>
                </a:solidFill>
                <a:sym typeface="Symbol" panose="05050102010706020507" pitchFamily="18" charset="2"/>
              </a:rPr>
              <a:t>4.</a:t>
            </a:r>
            <a:r>
              <a:rPr lang="zh-CN" altLang="en-US" sz="2000" dirty="0">
                <a:solidFill>
                  <a:srgbClr val="FF7676"/>
                </a:solidFill>
                <a:sym typeface="Symbol" panose="05050102010706020507" pitchFamily="18" charset="2"/>
              </a:rPr>
              <a:t>功能富集</a:t>
            </a:r>
            <a:endParaRPr lang="zh-CN" altLang="en-US" sz="2000" dirty="0">
              <a:solidFill>
                <a:srgbClr val="FF7676"/>
              </a:solidFill>
              <a:sym typeface="Symbol" panose="05050102010706020507" pitchFamily="18" charset="2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260116" y="1842416"/>
            <a:ext cx="6670972" cy="21883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239" y="4341682"/>
            <a:ext cx="981128" cy="98112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5070196" y="4449748"/>
            <a:ext cx="775977" cy="764996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18"/>
          <a:srcRect l="7089" r="27414"/>
          <a:stretch>
            <a:fillRect/>
          </a:stretch>
        </p:blipFill>
        <p:spPr>
          <a:xfrm>
            <a:off x="6676736" y="4449748"/>
            <a:ext cx="1011913" cy="7634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/>
      <p:bldP spid="11" grpId="0"/>
      <p:bldP spid="13" grpId="0" bldLvl="0" animBg="1"/>
      <p:bldP spid="14" grpId="0"/>
      <p:bldP spid="15" grpId="0" bldLvl="0" animBg="1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5.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RNA-seq 数据分析案例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5.2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软件安装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85075" y="1845309"/>
            <a:ext cx="3511936" cy="1147636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975225" y="2921635"/>
            <a:ext cx="21742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</a:rPr>
              <a:t>ggplot2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</a:rPr>
              <a:t>（作图）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zh-CN" sz="1400" dirty="0" err="1">
                <a:solidFill>
                  <a:schemeClr val="accent6">
                    <a:lumMod val="75000"/>
                  </a:schemeClr>
                </a:solidFill>
              </a:rPr>
              <a:t>pheatmap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</a:rPr>
              <a:t>（聚类可视化）</a:t>
            </a:r>
            <a:endParaRPr lang="zh-CN" altLang="en-US" sz="2400" b="1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2281" y="1836260"/>
            <a:ext cx="4238095" cy="1704762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4703631" y="3588013"/>
            <a:ext cx="444036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从</a:t>
            </a:r>
            <a:r>
              <a:rPr lang="en-US" altLang="zh-CN" sz="1600" dirty="0" err="1">
                <a:solidFill>
                  <a:schemeClr val="accent6"/>
                </a:solidFill>
              </a:rPr>
              <a:t>cran</a:t>
            </a:r>
            <a:r>
              <a:rPr lang="zh-CN" altLang="en-US" sz="1600" dirty="0">
                <a:solidFill>
                  <a:schemeClr val="accent6"/>
                </a:solidFill>
              </a:rPr>
              <a:t>安装</a:t>
            </a:r>
            <a:r>
              <a:rPr lang="en-US" altLang="zh-CN" sz="1600" dirty="0" err="1">
                <a:solidFill>
                  <a:schemeClr val="accent6"/>
                </a:solidFill>
              </a:rPr>
              <a:t>pheatmap</a:t>
            </a:r>
            <a:r>
              <a:rPr lang="zh-CN" altLang="en-US" sz="1600" dirty="0">
                <a:solidFill>
                  <a:schemeClr val="accent6"/>
                </a:solidFill>
              </a:rPr>
              <a:t>，</a:t>
            </a:r>
            <a:r>
              <a:rPr lang="en-US" altLang="zh-CN" sz="1600" dirty="0">
                <a:solidFill>
                  <a:schemeClr val="accent6"/>
                </a:solidFill>
              </a:rPr>
              <a:t>ggplot2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chooseCRANmirror</a:t>
            </a:r>
            <a:r>
              <a:rPr lang="en-US" altLang="zh-CN" sz="1600" dirty="0"/>
              <a:t>()</a:t>
            </a:r>
            <a:endParaRPr lang="en-US" altLang="zh-CN" sz="1600" dirty="0"/>
          </a:p>
          <a:p>
            <a:r>
              <a:rPr lang="en-US" altLang="zh-CN" sz="1600" dirty="0" err="1"/>
              <a:t>install.packages</a:t>
            </a:r>
            <a:r>
              <a:rPr lang="en-US" altLang="zh-CN" sz="1600" dirty="0"/>
              <a:t>(“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pheatmap</a:t>
            </a:r>
            <a:r>
              <a:rPr lang="en-US" altLang="zh-CN" sz="1600" dirty="0"/>
              <a:t>”)</a:t>
            </a:r>
            <a:endParaRPr lang="en-US" altLang="zh-CN" sz="1600" dirty="0"/>
          </a:p>
          <a:p>
            <a:r>
              <a:rPr lang="en-US" altLang="zh-CN" sz="1600" dirty="0"/>
              <a:t>library(</a:t>
            </a:r>
            <a:r>
              <a:rPr lang="en-US" altLang="zh-CN" sz="1600" dirty="0" err="1"/>
              <a:t>pheatmap</a:t>
            </a:r>
            <a:r>
              <a:rPr lang="en-US" altLang="zh-CN" sz="1600" dirty="0"/>
              <a:t>)</a:t>
            </a:r>
            <a:endParaRPr lang="en-US" altLang="zh-CN" sz="1600" dirty="0"/>
          </a:p>
          <a:p>
            <a:r>
              <a:rPr lang="en-US" altLang="zh-CN" sz="1600" dirty="0" err="1"/>
              <a:t>install.packages</a:t>
            </a:r>
            <a:r>
              <a:rPr lang="en-US" altLang="zh-CN" sz="1600" dirty="0"/>
              <a:t>(“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ggplot2</a:t>
            </a:r>
            <a:r>
              <a:rPr lang="en-US" altLang="zh-CN" sz="1600" dirty="0"/>
              <a:t>”)</a:t>
            </a:r>
            <a:endParaRPr lang="en-US" altLang="zh-CN" sz="1600" dirty="0"/>
          </a:p>
          <a:p>
            <a:r>
              <a:rPr lang="en-US" altLang="zh-CN" sz="1600" dirty="0"/>
              <a:t>library(ggplot2)</a:t>
            </a:r>
            <a:endParaRPr lang="en-US" altLang="zh-CN" sz="1600" dirty="0"/>
          </a:p>
        </p:txBody>
      </p: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4703631" y="5166722"/>
            <a:ext cx="4440369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accent6"/>
                </a:solidFill>
              </a:rPr>
              <a:t>#从</a:t>
            </a:r>
            <a:r>
              <a:rPr lang="en-US" altLang="zh-CN" sz="1600" dirty="0" err="1">
                <a:solidFill>
                  <a:schemeClr val="accent6"/>
                </a:solidFill>
              </a:rPr>
              <a:t>BiocManager</a:t>
            </a:r>
            <a:r>
              <a:rPr lang="zh-CN" altLang="en-US" sz="1600" dirty="0">
                <a:solidFill>
                  <a:schemeClr val="accent6"/>
                </a:solidFill>
              </a:rPr>
              <a:t>安装DESeq2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zh-CN" altLang="en-US" sz="1600" dirty="0"/>
              <a:t>chooseBioCmirror() </a:t>
            </a:r>
            <a:r>
              <a:rPr lang="zh-CN" altLang="en-US" sz="1600" dirty="0">
                <a:solidFill>
                  <a:schemeClr val="accent6"/>
                </a:solidFill>
              </a:rPr>
              <a:t>#China </a:t>
            </a:r>
            <a:r>
              <a:rPr lang="en-US" altLang="zh-CN" sz="1600" dirty="0">
                <a:solidFill>
                  <a:schemeClr val="accent6"/>
                </a:solidFill>
              </a:rPr>
              <a:t>Wuhan/</a:t>
            </a:r>
            <a:r>
              <a:rPr lang="zh-CN" altLang="en-US" sz="1600" dirty="0">
                <a:solidFill>
                  <a:schemeClr val="accent6"/>
                </a:solidFill>
              </a:rPr>
              <a:t>Anhui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/>
              <a:t>library(</a:t>
            </a:r>
            <a:r>
              <a:rPr lang="en-US" altLang="zh-CN" sz="1600" dirty="0" err="1"/>
              <a:t>BiocManager</a:t>
            </a:r>
            <a:r>
              <a:rPr lang="en-US" altLang="zh-CN" sz="1600" dirty="0"/>
              <a:t>)</a:t>
            </a:r>
            <a:endParaRPr lang="en-US" altLang="zh-CN" sz="1600" dirty="0"/>
          </a:p>
          <a:p>
            <a:r>
              <a:rPr lang="en-US" altLang="zh-CN" sz="1600" dirty="0" err="1"/>
              <a:t>BiocManager</a:t>
            </a:r>
            <a:r>
              <a:rPr lang="en-US" altLang="zh-CN" sz="1600" dirty="0"/>
              <a:t>::install("DESeq2")</a:t>
            </a:r>
            <a:endParaRPr lang="en-US" altLang="zh-CN" sz="1600" dirty="0"/>
          </a:p>
          <a:p>
            <a:r>
              <a:rPr lang="en-US" altLang="zh-CN" sz="1600" dirty="0"/>
              <a:t>library(DESeq2)</a:t>
            </a:r>
            <a:endParaRPr lang="zh-CN" altLang="en-US" sz="1600" dirty="0"/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6124712" y="2035845"/>
            <a:ext cx="2215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</a:rPr>
              <a:t>DESeq2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</a:rPr>
              <a:t>（差异表达分析） </a:t>
            </a:r>
            <a:endParaRPr lang="zh-CN" altLang="en-US" sz="1400" dirty="0"/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7079667" y="2952648"/>
            <a:ext cx="9092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hlinkClick r:id="rId10"/>
              </a:rPr>
              <a:t>CRAN</a:t>
            </a:r>
            <a:endParaRPr lang="zh-CN" altLang="en-US" sz="2400" b="1" dirty="0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72281" y="3588013"/>
            <a:ext cx="4238095" cy="27683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8" grpId="0"/>
      <p:bldP spid="20" grpId="0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5.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RNA-seq 数据分析案例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5.3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差异分析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"/>
            </p:custDataLst>
          </p:nvPr>
        </p:nvSpPr>
        <p:spPr>
          <a:xfrm flipV="1">
            <a:off x="0" y="6692340"/>
            <a:ext cx="9144000" cy="135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0" y="1509053"/>
            <a:ext cx="9144000" cy="4015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>
                <a:solidFill>
                  <a:schemeClr val="accent6"/>
                </a:solidFill>
              </a:rPr>
              <a:t>#</a:t>
            </a:r>
            <a:r>
              <a:rPr lang="zh-CN" altLang="en-US" sz="1500" dirty="0">
                <a:solidFill>
                  <a:schemeClr val="accent6"/>
                </a:solidFill>
              </a:rPr>
              <a:t>数据预处理</a:t>
            </a:r>
            <a:endParaRPr lang="en-US" altLang="zh-CN" sz="1500" dirty="0">
              <a:solidFill>
                <a:schemeClr val="accent6"/>
              </a:solidFill>
            </a:endParaRPr>
          </a:p>
          <a:p>
            <a:r>
              <a:rPr lang="en-US" altLang="zh-CN" sz="1500" dirty="0" err="1"/>
              <a:t>setwd</a:t>
            </a:r>
            <a:r>
              <a:rPr lang="en-US" altLang="zh-CN" sz="1500" dirty="0"/>
              <a:t>(“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</a:rPr>
              <a:t>F:/</a:t>
            </a:r>
            <a:r>
              <a:rPr lang="en-US" altLang="zh-CN" sz="1500" dirty="0" err="1">
                <a:solidFill>
                  <a:schemeClr val="bg1">
                    <a:lumMod val="50000"/>
                  </a:schemeClr>
                </a:solidFill>
              </a:rPr>
              <a:t>rnaseq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</a:rPr>
              <a:t>/data</a:t>
            </a:r>
            <a:r>
              <a:rPr lang="en-US" altLang="zh-CN" sz="1500" dirty="0"/>
              <a:t>”) </a:t>
            </a:r>
            <a:r>
              <a:rPr lang="en-US" altLang="zh-CN" sz="1500" dirty="0">
                <a:solidFill>
                  <a:schemeClr val="accent6"/>
                </a:solidFill>
              </a:rPr>
              <a:t>#</a:t>
            </a:r>
            <a:r>
              <a:rPr lang="zh-CN" altLang="en-US" sz="1500" dirty="0">
                <a:solidFill>
                  <a:schemeClr val="accent6"/>
                </a:solidFill>
              </a:rPr>
              <a:t>设置工作目录（根据自己存放数据的目录修改）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r>
              <a:rPr lang="en-US" altLang="zh-CN" sz="1500" dirty="0"/>
              <a:t>library(DESeq2) </a:t>
            </a:r>
            <a:r>
              <a:rPr lang="en-US" altLang="zh-CN" sz="1500" dirty="0">
                <a:solidFill>
                  <a:schemeClr val="accent6"/>
                </a:solidFill>
              </a:rPr>
              <a:t>#</a:t>
            </a:r>
            <a:r>
              <a:rPr lang="zh-CN" altLang="en-US" sz="1500" dirty="0">
                <a:solidFill>
                  <a:schemeClr val="accent6"/>
                </a:solidFill>
              </a:rPr>
              <a:t>载入</a:t>
            </a:r>
            <a:r>
              <a:rPr lang="en-US" altLang="zh-CN" sz="1500" dirty="0">
                <a:solidFill>
                  <a:schemeClr val="accent6"/>
                </a:solidFill>
              </a:rPr>
              <a:t>DESeq2</a:t>
            </a:r>
            <a:r>
              <a:rPr lang="zh-CN" altLang="en-US" sz="1500" dirty="0">
                <a:solidFill>
                  <a:schemeClr val="accent6"/>
                </a:solidFill>
              </a:rPr>
              <a:t>包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endParaRPr lang="zh-CN" altLang="en-US" sz="1500" dirty="0"/>
          </a:p>
          <a:p>
            <a:r>
              <a:rPr lang="en-US" altLang="zh-CN" sz="1500" dirty="0">
                <a:solidFill>
                  <a:schemeClr val="accent6"/>
                </a:solidFill>
              </a:rPr>
              <a:t>#reads</a:t>
            </a:r>
            <a:r>
              <a:rPr lang="zh-CN" altLang="en-US" sz="1500" dirty="0">
                <a:solidFill>
                  <a:schemeClr val="accent6"/>
                </a:solidFill>
              </a:rPr>
              <a:t>计数数据表操作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r>
              <a:rPr lang="en-US" altLang="zh-CN" sz="1500" dirty="0" err="1"/>
              <a:t>countTable</a:t>
            </a:r>
            <a:r>
              <a:rPr lang="en-US" altLang="zh-CN" sz="1500" dirty="0"/>
              <a:t> &lt;- </a:t>
            </a:r>
            <a:r>
              <a:rPr lang="en-US" altLang="zh-CN" sz="1500" dirty="0" err="1"/>
              <a:t>read.table</a:t>
            </a:r>
            <a:r>
              <a:rPr lang="en-US" altLang="zh-CN" sz="1500" dirty="0"/>
              <a:t>("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</a:rPr>
              <a:t>count.txt</a:t>
            </a:r>
            <a:r>
              <a:rPr lang="en-US" altLang="zh-CN" sz="1500" dirty="0"/>
              <a:t>", </a:t>
            </a:r>
            <a:r>
              <a:rPr lang="en-US" altLang="zh-CN" sz="1500" dirty="0" err="1"/>
              <a:t>sep</a:t>
            </a:r>
            <a:r>
              <a:rPr lang="en-US" altLang="zh-CN" sz="1500" dirty="0"/>
              <a:t> = "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</a:rPr>
              <a:t>\t</a:t>
            </a:r>
            <a:r>
              <a:rPr lang="en-US" altLang="zh-CN" sz="1500" dirty="0"/>
              <a:t>", header = FALSE) </a:t>
            </a:r>
            <a:r>
              <a:rPr lang="en-US" altLang="zh-CN" sz="1500" dirty="0">
                <a:solidFill>
                  <a:schemeClr val="accent6"/>
                </a:solidFill>
              </a:rPr>
              <a:t>#</a:t>
            </a:r>
            <a:r>
              <a:rPr lang="zh-CN" altLang="en-US" sz="1500" dirty="0">
                <a:solidFill>
                  <a:schemeClr val="accent6"/>
                </a:solidFill>
              </a:rPr>
              <a:t>读入</a:t>
            </a:r>
            <a:r>
              <a:rPr lang="en-US" altLang="zh-CN" sz="1500" dirty="0">
                <a:solidFill>
                  <a:schemeClr val="accent6"/>
                </a:solidFill>
              </a:rPr>
              <a:t>reads</a:t>
            </a:r>
            <a:r>
              <a:rPr lang="zh-CN" altLang="en-US" sz="1500" dirty="0">
                <a:solidFill>
                  <a:schemeClr val="accent6"/>
                </a:solidFill>
              </a:rPr>
              <a:t>计数矩阵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r>
              <a:rPr lang="en-US" altLang="zh-CN" sz="1500" dirty="0"/>
              <a:t>tail(</a:t>
            </a:r>
            <a:r>
              <a:rPr lang="en-US" altLang="zh-CN" sz="1500" dirty="0" err="1"/>
              <a:t>countTable</a:t>
            </a:r>
            <a:r>
              <a:rPr lang="en-US" altLang="zh-CN" sz="1500" dirty="0"/>
              <a:t>) </a:t>
            </a:r>
            <a:r>
              <a:rPr lang="en-US" altLang="zh-CN" sz="1500" dirty="0">
                <a:solidFill>
                  <a:schemeClr val="accent6"/>
                </a:solidFill>
              </a:rPr>
              <a:t>#</a:t>
            </a:r>
            <a:r>
              <a:rPr lang="zh-CN" altLang="en-US" sz="1500" dirty="0">
                <a:solidFill>
                  <a:schemeClr val="accent6"/>
                </a:solidFill>
              </a:rPr>
              <a:t>查看数据表最后的“小尾巴”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r>
              <a:rPr lang="en-US" altLang="zh-CN" sz="1500" dirty="0" err="1"/>
              <a:t>countTable</a:t>
            </a:r>
            <a:r>
              <a:rPr lang="en-US" altLang="zh-CN" sz="1500" dirty="0"/>
              <a:t> &lt;- </a:t>
            </a:r>
            <a:r>
              <a:rPr lang="en-US" altLang="zh-CN" sz="1500" dirty="0" err="1"/>
              <a:t>countTable</a:t>
            </a:r>
            <a:r>
              <a:rPr lang="en-US" altLang="zh-CN" sz="1500" dirty="0"/>
              <a:t>[- c(33611:33615), ] </a:t>
            </a:r>
            <a:r>
              <a:rPr lang="en-US" altLang="zh-CN" sz="1500" dirty="0">
                <a:solidFill>
                  <a:schemeClr val="accent6"/>
                </a:solidFill>
              </a:rPr>
              <a:t>#</a:t>
            </a:r>
            <a:r>
              <a:rPr lang="zh-CN" altLang="en-US" sz="1500" dirty="0">
                <a:solidFill>
                  <a:schemeClr val="accent6"/>
                </a:solidFill>
              </a:rPr>
              <a:t>去除描述行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r>
              <a:rPr lang="en-US" altLang="zh-CN" sz="1500" dirty="0" err="1"/>
              <a:t>rownames</a:t>
            </a:r>
            <a:r>
              <a:rPr lang="en-US" altLang="zh-CN" sz="1500" dirty="0"/>
              <a:t>(</a:t>
            </a:r>
            <a:r>
              <a:rPr lang="en-US" altLang="zh-CN" sz="1500" dirty="0" err="1"/>
              <a:t>countTable</a:t>
            </a:r>
            <a:r>
              <a:rPr lang="en-US" altLang="zh-CN" sz="1500" dirty="0"/>
              <a:t>) &lt;- countTable$V1 </a:t>
            </a:r>
            <a:r>
              <a:rPr lang="en-US" altLang="zh-CN" sz="1500" dirty="0">
                <a:solidFill>
                  <a:schemeClr val="accent6"/>
                </a:solidFill>
              </a:rPr>
              <a:t>#</a:t>
            </a:r>
            <a:r>
              <a:rPr lang="zh-CN" altLang="en-US" sz="1500" dirty="0">
                <a:solidFill>
                  <a:schemeClr val="accent6"/>
                </a:solidFill>
              </a:rPr>
              <a:t>将基因</a:t>
            </a:r>
            <a:r>
              <a:rPr lang="en-US" altLang="zh-CN" sz="1500" dirty="0">
                <a:solidFill>
                  <a:schemeClr val="accent6"/>
                </a:solidFill>
              </a:rPr>
              <a:t>ID</a:t>
            </a:r>
            <a:r>
              <a:rPr lang="zh-CN" altLang="en-US" sz="1500" dirty="0">
                <a:solidFill>
                  <a:schemeClr val="accent6"/>
                </a:solidFill>
              </a:rPr>
              <a:t>设置为行名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r>
              <a:rPr lang="en-US" altLang="zh-CN" sz="1500" dirty="0" err="1"/>
              <a:t>countTable</a:t>
            </a:r>
            <a:r>
              <a:rPr lang="en-US" altLang="zh-CN" sz="1500" dirty="0"/>
              <a:t> &lt;- </a:t>
            </a:r>
            <a:r>
              <a:rPr lang="en-US" altLang="zh-CN" sz="1500" dirty="0" err="1"/>
              <a:t>countTable</a:t>
            </a:r>
            <a:r>
              <a:rPr lang="en-US" altLang="zh-CN" sz="1500" dirty="0"/>
              <a:t>[, - 1] </a:t>
            </a:r>
            <a:r>
              <a:rPr lang="en-US" altLang="zh-CN" sz="1500" dirty="0">
                <a:solidFill>
                  <a:schemeClr val="accent6"/>
                </a:solidFill>
              </a:rPr>
              <a:t>#</a:t>
            </a:r>
            <a:r>
              <a:rPr lang="zh-CN" altLang="en-US" sz="1500" dirty="0">
                <a:solidFill>
                  <a:schemeClr val="accent6"/>
                </a:solidFill>
              </a:rPr>
              <a:t>删除基因</a:t>
            </a:r>
            <a:r>
              <a:rPr lang="en-US" altLang="zh-CN" sz="1500" dirty="0">
                <a:solidFill>
                  <a:schemeClr val="accent6"/>
                </a:solidFill>
              </a:rPr>
              <a:t>ID</a:t>
            </a:r>
            <a:r>
              <a:rPr lang="zh-CN" altLang="en-US" sz="1500" dirty="0">
                <a:solidFill>
                  <a:schemeClr val="accent6"/>
                </a:solidFill>
              </a:rPr>
              <a:t>列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r>
              <a:rPr lang="en-US" altLang="zh-CN" sz="1500" dirty="0" err="1"/>
              <a:t>colnames</a:t>
            </a:r>
            <a:r>
              <a:rPr lang="en-US" altLang="zh-CN" sz="1500" dirty="0"/>
              <a:t>(</a:t>
            </a:r>
            <a:r>
              <a:rPr lang="en-US" altLang="zh-CN" sz="1500" dirty="0" err="1"/>
              <a:t>countTable</a:t>
            </a:r>
            <a:r>
              <a:rPr lang="en-US" altLang="zh-CN" sz="1500" dirty="0"/>
              <a:t>) &lt;- c("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</a:rPr>
              <a:t>SRR3418005</a:t>
            </a:r>
            <a:r>
              <a:rPr lang="en-US" altLang="zh-CN" sz="1500" dirty="0"/>
              <a:t>", "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</a:rPr>
              <a:t>SRR3418006</a:t>
            </a:r>
            <a:r>
              <a:rPr lang="en-US" altLang="zh-CN" sz="1500" dirty="0"/>
              <a:t>", "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</a:rPr>
              <a:t>SRR3418019</a:t>
            </a:r>
            <a:r>
              <a:rPr lang="en-US" altLang="zh-CN" sz="1500" dirty="0"/>
              <a:t>", "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</a:rPr>
              <a:t>SRR3418020</a:t>
            </a:r>
            <a:r>
              <a:rPr lang="en-US" altLang="zh-CN" sz="1500" dirty="0"/>
              <a:t>") </a:t>
            </a:r>
            <a:r>
              <a:rPr lang="en-US" altLang="zh-CN" sz="1500" dirty="0">
                <a:solidFill>
                  <a:schemeClr val="accent6"/>
                </a:solidFill>
              </a:rPr>
              <a:t>#</a:t>
            </a:r>
            <a:r>
              <a:rPr lang="zh-CN" altLang="en-US" sz="1500" dirty="0">
                <a:solidFill>
                  <a:schemeClr val="accent6"/>
                </a:solidFill>
              </a:rPr>
              <a:t>更改数据表列名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r>
              <a:rPr lang="en-US" altLang="zh-CN" sz="1500" dirty="0" err="1"/>
              <a:t>countTable</a:t>
            </a:r>
            <a:r>
              <a:rPr lang="en-US" altLang="zh-CN" sz="1500" dirty="0"/>
              <a:t> &lt;- </a:t>
            </a:r>
            <a:r>
              <a:rPr lang="en-US" altLang="zh-CN" sz="1500" dirty="0" err="1"/>
              <a:t>countTable</a:t>
            </a:r>
            <a:r>
              <a:rPr lang="en-US" altLang="zh-CN" sz="1500" dirty="0"/>
              <a:t>[- which(</a:t>
            </a:r>
            <a:r>
              <a:rPr lang="en-US" altLang="zh-CN" sz="1500" dirty="0" err="1"/>
              <a:t>rowSums</a:t>
            </a:r>
            <a:r>
              <a:rPr lang="en-US" altLang="zh-CN" sz="1500" dirty="0"/>
              <a:t>(</a:t>
            </a:r>
            <a:r>
              <a:rPr lang="en-US" altLang="zh-CN" sz="1500" dirty="0" err="1"/>
              <a:t>countTable</a:t>
            </a:r>
            <a:r>
              <a:rPr lang="en-US" altLang="zh-CN" sz="1500" dirty="0"/>
              <a:t>) &lt; 4), ]</a:t>
            </a:r>
            <a:r>
              <a:rPr lang="en-US" altLang="zh-CN" sz="1500" dirty="0">
                <a:solidFill>
                  <a:schemeClr val="accent6"/>
                </a:solidFill>
              </a:rPr>
              <a:t> #</a:t>
            </a:r>
            <a:r>
              <a:rPr lang="zh-CN" altLang="en-US" sz="1500" dirty="0">
                <a:solidFill>
                  <a:schemeClr val="accent6"/>
                </a:solidFill>
              </a:rPr>
              <a:t>过滤</a:t>
            </a:r>
            <a:r>
              <a:rPr lang="en-US" altLang="zh-CN" sz="1500" dirty="0">
                <a:solidFill>
                  <a:schemeClr val="accent6"/>
                </a:solidFill>
              </a:rPr>
              <a:t>count</a:t>
            </a:r>
            <a:r>
              <a:rPr lang="zh-CN" altLang="en-US" sz="1500" dirty="0">
                <a:solidFill>
                  <a:schemeClr val="accent6"/>
                </a:solidFill>
              </a:rPr>
              <a:t>总数小于</a:t>
            </a:r>
            <a:r>
              <a:rPr lang="en-US" altLang="zh-CN" sz="1500" dirty="0">
                <a:solidFill>
                  <a:schemeClr val="accent6"/>
                </a:solidFill>
              </a:rPr>
              <a:t>4</a:t>
            </a:r>
            <a:r>
              <a:rPr lang="zh-CN" altLang="en-US" sz="1500" dirty="0">
                <a:solidFill>
                  <a:schemeClr val="accent6"/>
                </a:solidFill>
              </a:rPr>
              <a:t>的基因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r>
              <a:rPr lang="en-US" altLang="zh-CN" sz="1500" dirty="0" err="1"/>
              <a:t>nrow</a:t>
            </a:r>
            <a:r>
              <a:rPr lang="en-US" altLang="zh-CN" sz="1500" dirty="0"/>
              <a:t>(</a:t>
            </a:r>
            <a:r>
              <a:rPr lang="en-US" altLang="zh-CN" sz="1500" dirty="0" err="1"/>
              <a:t>countTable</a:t>
            </a:r>
            <a:r>
              <a:rPr lang="en-US" altLang="zh-CN" sz="1500" dirty="0"/>
              <a:t>) </a:t>
            </a:r>
            <a:r>
              <a:rPr lang="en-US" altLang="zh-CN" sz="1500" dirty="0">
                <a:solidFill>
                  <a:schemeClr val="accent6"/>
                </a:solidFill>
              </a:rPr>
              <a:t>#</a:t>
            </a:r>
            <a:r>
              <a:rPr lang="zh-CN" altLang="en-US" sz="1500" dirty="0">
                <a:solidFill>
                  <a:schemeClr val="accent6"/>
                </a:solidFill>
              </a:rPr>
              <a:t>查看数据表行数（基因个数）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r>
              <a:rPr lang="en-US" altLang="zh-CN" sz="1500" dirty="0"/>
              <a:t>tail(countable) </a:t>
            </a:r>
            <a:r>
              <a:rPr lang="en-US" altLang="zh-CN" sz="1500" dirty="0">
                <a:solidFill>
                  <a:schemeClr val="accent6"/>
                </a:solidFill>
              </a:rPr>
              <a:t>#</a:t>
            </a:r>
            <a:r>
              <a:rPr lang="zh-CN" altLang="en-US" sz="1500" dirty="0">
                <a:solidFill>
                  <a:schemeClr val="accent6"/>
                </a:solidFill>
              </a:rPr>
              <a:t>查看修改后的数据表末尾六行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r>
              <a:rPr lang="en-US" altLang="zh-CN" sz="1500" dirty="0">
                <a:solidFill>
                  <a:schemeClr val="accent6"/>
                </a:solidFill>
              </a:rPr>
              <a:t>#</a:t>
            </a:r>
            <a:r>
              <a:rPr lang="zh-CN" altLang="en-US" sz="1500" dirty="0">
                <a:solidFill>
                  <a:schemeClr val="accent6"/>
                </a:solidFill>
              </a:rPr>
              <a:t>设置样本处理信息（实验 </a:t>
            </a:r>
            <a:r>
              <a:rPr lang="en-US" altLang="zh-CN" sz="1500" dirty="0">
                <a:solidFill>
                  <a:schemeClr val="accent6"/>
                </a:solidFill>
              </a:rPr>
              <a:t>vs. </a:t>
            </a:r>
            <a:r>
              <a:rPr lang="zh-CN" altLang="en-US" sz="1500" dirty="0">
                <a:solidFill>
                  <a:schemeClr val="accent6"/>
                </a:solidFill>
              </a:rPr>
              <a:t>对照）</a:t>
            </a:r>
            <a:endParaRPr lang="zh-CN" altLang="en-US" sz="1500" dirty="0">
              <a:solidFill>
                <a:schemeClr val="accent6"/>
              </a:solidFill>
            </a:endParaRPr>
          </a:p>
          <a:p>
            <a:r>
              <a:rPr lang="en-US" altLang="zh-CN" sz="1500" dirty="0" err="1"/>
              <a:t>colData</a:t>
            </a:r>
            <a:r>
              <a:rPr lang="en-US" altLang="zh-CN" sz="1500" dirty="0"/>
              <a:t> &lt;- </a:t>
            </a:r>
            <a:r>
              <a:rPr lang="en-US" altLang="zh-CN" sz="1500" dirty="0" err="1"/>
              <a:t>data.frame</a:t>
            </a:r>
            <a:r>
              <a:rPr lang="en-US" altLang="zh-CN" sz="1500" dirty="0"/>
              <a:t>(</a:t>
            </a:r>
            <a:r>
              <a:rPr lang="en-US" altLang="zh-CN" sz="1500" dirty="0" err="1"/>
              <a:t>row.names</a:t>
            </a:r>
            <a:r>
              <a:rPr lang="en-US" altLang="zh-CN" sz="1500" dirty="0"/>
              <a:t> = </a:t>
            </a:r>
            <a:r>
              <a:rPr lang="en-US" altLang="zh-CN" sz="1500" dirty="0" err="1"/>
              <a:t>colnames</a:t>
            </a:r>
            <a:r>
              <a:rPr lang="en-US" altLang="zh-CN" sz="1500" dirty="0"/>
              <a:t>(</a:t>
            </a:r>
            <a:r>
              <a:rPr lang="en-US" altLang="zh-CN" sz="1500" dirty="0" err="1"/>
              <a:t>countTable</a:t>
            </a:r>
            <a:r>
              <a:rPr lang="en-US" altLang="zh-CN" sz="1500" dirty="0"/>
              <a:t>), condition = c("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</a:rPr>
              <a:t>ABA</a:t>
            </a:r>
            <a:r>
              <a:rPr lang="en-US" altLang="zh-CN" sz="1500" dirty="0"/>
              <a:t>", "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</a:rPr>
              <a:t>mock</a:t>
            </a:r>
            <a:r>
              <a:rPr lang="en-US" altLang="zh-CN" sz="1500" dirty="0"/>
              <a:t>", "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</a:rPr>
              <a:t>ABA</a:t>
            </a:r>
            <a:r>
              <a:rPr lang="en-US" altLang="zh-CN" sz="1500" dirty="0"/>
              <a:t>", "</a:t>
            </a:r>
            <a:r>
              <a:rPr lang="en-US" altLang="zh-CN" sz="1500" dirty="0">
                <a:solidFill>
                  <a:schemeClr val="bg1">
                    <a:lumMod val="50000"/>
                  </a:schemeClr>
                </a:solidFill>
              </a:rPr>
              <a:t>mock</a:t>
            </a:r>
            <a:r>
              <a:rPr lang="en-US" altLang="zh-CN" sz="1500" dirty="0"/>
              <a:t>"))</a:t>
            </a:r>
            <a:endParaRPr lang="en-US" altLang="zh-CN" sz="1500" dirty="0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7122" y="5540926"/>
            <a:ext cx="4550285" cy="1074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75225" y="5536816"/>
            <a:ext cx="3578818" cy="10782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5.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RNA-seq 数据分析案例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62057" y="1123924"/>
            <a:ext cx="8366555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/>
                </a:solidFill>
              </a:rPr>
              <a:t>#DESeq2</a:t>
            </a:r>
            <a:r>
              <a:rPr lang="zh-CN" altLang="en-US" sz="1600" dirty="0">
                <a:solidFill>
                  <a:schemeClr val="accent6"/>
                </a:solidFill>
              </a:rPr>
              <a:t>操作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生成</a:t>
            </a:r>
            <a:r>
              <a:rPr lang="en-US" altLang="zh-CN" sz="1600" dirty="0" err="1">
                <a:solidFill>
                  <a:schemeClr val="accent6"/>
                </a:solidFill>
              </a:rPr>
              <a:t>DESeqDataSet</a:t>
            </a:r>
            <a:r>
              <a:rPr lang="zh-CN" altLang="en-US" sz="1600" dirty="0">
                <a:solidFill>
                  <a:schemeClr val="accent6"/>
                </a:solidFill>
              </a:rPr>
              <a:t>数据集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dds</a:t>
            </a:r>
            <a:r>
              <a:rPr lang="en-US" altLang="zh-CN" sz="1600" dirty="0"/>
              <a:t> &lt;- </a:t>
            </a:r>
            <a:r>
              <a:rPr lang="en-US" altLang="zh-CN" sz="1600" dirty="0" err="1"/>
              <a:t>DESeqDataSetFromMatrix</a:t>
            </a:r>
            <a:r>
              <a:rPr lang="en-US" altLang="zh-CN" sz="1600" dirty="0"/>
              <a:t>(</a:t>
            </a:r>
            <a:r>
              <a:rPr lang="en-US" altLang="zh-CN" sz="1600" dirty="0" err="1"/>
              <a:t>countData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countTable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colData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colData</a:t>
            </a:r>
            <a:r>
              <a:rPr lang="en-US" altLang="zh-CN" sz="1600" dirty="0"/>
              <a:t>, design = ~ condition) </a:t>
            </a:r>
            <a:r>
              <a:rPr lang="en-US" altLang="zh-CN" sz="1600" dirty="0" err="1"/>
              <a:t>dds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查看数据集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dds$condition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查看样本处理信息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dds$condition</a:t>
            </a:r>
            <a:r>
              <a:rPr lang="en-US" altLang="zh-CN" sz="1600" dirty="0"/>
              <a:t> &lt;- </a:t>
            </a:r>
            <a:r>
              <a:rPr lang="en-US" altLang="zh-CN" sz="1600" dirty="0" err="1"/>
              <a:t>relevel</a:t>
            </a:r>
            <a:r>
              <a:rPr lang="en-US" altLang="zh-CN" sz="1600" dirty="0"/>
              <a:t>(</a:t>
            </a:r>
            <a:r>
              <a:rPr lang="en-US" altLang="zh-CN" sz="1600" dirty="0" err="1"/>
              <a:t>dds$condition</a:t>
            </a:r>
            <a:r>
              <a:rPr lang="en-US" altLang="zh-CN" sz="1600" dirty="0"/>
              <a:t>, 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mock</a:t>
            </a:r>
            <a:r>
              <a:rPr lang="en-US" altLang="zh-CN" sz="1600" dirty="0"/>
              <a:t>")</a:t>
            </a:r>
            <a:r>
              <a:rPr lang="en-US" altLang="zh-CN" sz="1600" dirty="0">
                <a:solidFill>
                  <a:schemeClr val="accent6"/>
                </a:solidFill>
              </a:rPr>
              <a:t> #</a:t>
            </a:r>
            <a:r>
              <a:rPr lang="zh-CN" altLang="en-US" sz="1600" dirty="0">
                <a:solidFill>
                  <a:schemeClr val="accent6"/>
                </a:solidFill>
              </a:rPr>
              <a:t>更改</a:t>
            </a:r>
            <a:r>
              <a:rPr lang="en-US" altLang="zh-CN" sz="1600" dirty="0">
                <a:solidFill>
                  <a:schemeClr val="accent6"/>
                </a:solidFill>
              </a:rPr>
              <a:t>mock</a:t>
            </a:r>
            <a:r>
              <a:rPr lang="zh-CN" altLang="en-US" sz="1600" dirty="0">
                <a:solidFill>
                  <a:schemeClr val="accent6"/>
                </a:solidFill>
              </a:rPr>
              <a:t>水平（使</a:t>
            </a:r>
            <a:r>
              <a:rPr lang="en-US" altLang="zh-CN" sz="1600" dirty="0" err="1">
                <a:solidFill>
                  <a:schemeClr val="accent6"/>
                </a:solidFill>
              </a:rPr>
              <a:t>DESeq</a:t>
            </a:r>
            <a:r>
              <a:rPr lang="zh-CN" altLang="en-US" sz="1600" dirty="0">
                <a:solidFill>
                  <a:schemeClr val="accent6"/>
                </a:solidFill>
              </a:rPr>
              <a:t>计算</a:t>
            </a:r>
            <a:r>
              <a:rPr lang="en-US" altLang="zh-CN" sz="1600" dirty="0" err="1">
                <a:solidFill>
                  <a:schemeClr val="accent6"/>
                </a:solidFill>
              </a:rPr>
              <a:t>FoldChange</a:t>
            </a:r>
            <a:r>
              <a:rPr lang="zh-CN" altLang="en-US" sz="1600" dirty="0">
                <a:solidFill>
                  <a:schemeClr val="accent6"/>
                </a:solidFill>
              </a:rPr>
              <a:t>时</a:t>
            </a:r>
            <a:r>
              <a:rPr lang="en-US" altLang="zh-CN" sz="1600" dirty="0">
                <a:solidFill>
                  <a:schemeClr val="accent6"/>
                </a:solidFill>
              </a:rPr>
              <a:t>mock</a:t>
            </a:r>
            <a:r>
              <a:rPr lang="zh-CN" altLang="en-US" sz="1600" dirty="0">
                <a:solidFill>
                  <a:schemeClr val="accent6"/>
                </a:solidFill>
              </a:rPr>
              <a:t>组作为分母）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dds$condition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查看更改水平后的样本处理信息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dds</a:t>
            </a:r>
            <a:r>
              <a:rPr lang="en-US" altLang="zh-CN" sz="1600" dirty="0"/>
              <a:t> &lt;- </a:t>
            </a:r>
            <a:r>
              <a:rPr lang="en-US" altLang="zh-CN" sz="1600" dirty="0" err="1"/>
              <a:t>DESeq</a:t>
            </a:r>
            <a:r>
              <a:rPr lang="en-US" altLang="zh-CN" sz="1600" dirty="0"/>
              <a:t>(</a:t>
            </a:r>
            <a:r>
              <a:rPr lang="en-US" altLang="zh-CN" sz="1600" dirty="0" err="1"/>
              <a:t>dds</a:t>
            </a:r>
            <a:r>
              <a:rPr lang="en-US" altLang="zh-CN" sz="1600" dirty="0"/>
              <a:t>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差异表达计算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/>
              <a:t>res &lt;- results(</a:t>
            </a:r>
            <a:r>
              <a:rPr lang="en-US" altLang="zh-CN" sz="1600" dirty="0" err="1"/>
              <a:t>dds</a:t>
            </a:r>
            <a:r>
              <a:rPr lang="en-US" altLang="zh-CN" sz="1600" dirty="0"/>
              <a:t>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生成差异表达结果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/>
              <a:t>summary(res)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查看总结信息（表达上调，下调等）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resOrdered</a:t>
            </a:r>
            <a:r>
              <a:rPr lang="en-US" altLang="zh-CN" sz="1600" dirty="0"/>
              <a:t> &lt;- res[order(</a:t>
            </a:r>
            <a:r>
              <a:rPr lang="en-US" altLang="zh-CN" sz="1600" dirty="0" err="1"/>
              <a:t>res$padj</a:t>
            </a:r>
            <a:r>
              <a:rPr lang="en-US" altLang="zh-CN" sz="1600" dirty="0"/>
              <a:t>), ]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按照校准后</a:t>
            </a:r>
            <a:r>
              <a:rPr lang="en-US" altLang="zh-CN" sz="1600" dirty="0">
                <a:solidFill>
                  <a:schemeClr val="accent6"/>
                </a:solidFill>
              </a:rPr>
              <a:t>p</a:t>
            </a:r>
            <a:r>
              <a:rPr lang="zh-CN" altLang="en-US" sz="1600" dirty="0">
                <a:solidFill>
                  <a:schemeClr val="accent6"/>
                </a:solidFill>
              </a:rPr>
              <a:t>值排序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/>
              <a:t>write.csv(</a:t>
            </a:r>
            <a:r>
              <a:rPr lang="en-US" altLang="zh-CN" sz="1600" dirty="0" err="1"/>
              <a:t>resOrdered</a:t>
            </a:r>
            <a:r>
              <a:rPr lang="en-US" altLang="zh-CN" sz="1600" dirty="0"/>
              <a:t>, 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DESeq2_results_all.csv</a:t>
            </a:r>
            <a:r>
              <a:rPr lang="en-US" altLang="zh-CN" sz="1600" dirty="0"/>
              <a:t>")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将差异表达分析结果输出到</a:t>
            </a:r>
            <a:r>
              <a:rPr lang="en-US" altLang="zh-CN" sz="1600" dirty="0" err="1">
                <a:solidFill>
                  <a:schemeClr val="accent6"/>
                </a:solidFill>
              </a:rPr>
              <a:t>csv</a:t>
            </a:r>
            <a:r>
              <a:rPr lang="zh-CN" altLang="en-US" sz="1600" dirty="0">
                <a:solidFill>
                  <a:schemeClr val="accent6"/>
                </a:solidFill>
              </a:rPr>
              <a:t>文件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deg</a:t>
            </a:r>
            <a:r>
              <a:rPr lang="en-US" altLang="zh-CN" sz="1600" dirty="0"/>
              <a:t> &lt;- subset(</a:t>
            </a:r>
            <a:r>
              <a:rPr lang="en-US" altLang="zh-CN" sz="1600" dirty="0" err="1"/>
              <a:t>resOrdered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padj</a:t>
            </a:r>
            <a:r>
              <a:rPr lang="en-US" altLang="zh-CN" sz="1600" dirty="0"/>
              <a:t> &lt;= 0.01 &amp; abs(log2FoldChange) &gt;= 2)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筛选显著差异表达基因（</a:t>
            </a:r>
            <a:r>
              <a:rPr lang="en-US" altLang="zh-CN" sz="1600" dirty="0" err="1">
                <a:solidFill>
                  <a:schemeClr val="accent6"/>
                </a:solidFill>
              </a:rPr>
              <a:t>padj</a:t>
            </a:r>
            <a:r>
              <a:rPr lang="zh-CN" altLang="en-US" sz="1600" dirty="0">
                <a:solidFill>
                  <a:schemeClr val="accent6"/>
                </a:solidFill>
              </a:rPr>
              <a:t>小于</a:t>
            </a:r>
            <a:r>
              <a:rPr lang="en-US" altLang="zh-CN" sz="1600" dirty="0">
                <a:solidFill>
                  <a:schemeClr val="accent6"/>
                </a:solidFill>
              </a:rPr>
              <a:t>0.01</a:t>
            </a:r>
            <a:r>
              <a:rPr lang="zh-CN" altLang="en-US" sz="1600" dirty="0">
                <a:solidFill>
                  <a:schemeClr val="accent6"/>
                </a:solidFill>
              </a:rPr>
              <a:t>且</a:t>
            </a:r>
            <a:r>
              <a:rPr lang="en-US" altLang="zh-CN" sz="1600" dirty="0" err="1">
                <a:solidFill>
                  <a:schemeClr val="accent6"/>
                </a:solidFill>
              </a:rPr>
              <a:t>FoldChange</a:t>
            </a:r>
            <a:r>
              <a:rPr lang="zh-CN" altLang="en-US" sz="1600" dirty="0">
                <a:solidFill>
                  <a:schemeClr val="accent6"/>
                </a:solidFill>
              </a:rPr>
              <a:t>绝对值大于</a:t>
            </a:r>
            <a:r>
              <a:rPr lang="en-US" altLang="zh-CN" sz="1600" dirty="0">
                <a:solidFill>
                  <a:schemeClr val="accent6"/>
                </a:solidFill>
              </a:rPr>
              <a:t>4</a:t>
            </a:r>
            <a:r>
              <a:rPr lang="zh-CN" altLang="en-US" sz="1600" dirty="0">
                <a:solidFill>
                  <a:schemeClr val="accent6"/>
                </a:solidFill>
              </a:rPr>
              <a:t>）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/>
              <a:t>summary(</a:t>
            </a:r>
            <a:r>
              <a:rPr lang="en-US" altLang="zh-CN" sz="1600" dirty="0" err="1"/>
              <a:t>deg</a:t>
            </a:r>
            <a:r>
              <a:rPr lang="en-US" altLang="zh-CN" sz="1600" dirty="0"/>
              <a:t>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查看筛选后的总结信息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/>
              <a:t>write.csv(</a:t>
            </a:r>
            <a:r>
              <a:rPr lang="en-US" altLang="zh-CN" sz="1600" dirty="0" err="1"/>
              <a:t>deg</a:t>
            </a:r>
            <a:r>
              <a:rPr lang="en-US" altLang="zh-CN" sz="1600" dirty="0"/>
              <a:t>, 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DESeq2_results_significant.csv</a:t>
            </a:r>
            <a:r>
              <a:rPr lang="en-US" altLang="zh-CN" sz="1600" dirty="0"/>
              <a:t>")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将差异表达显著的结果输出到</a:t>
            </a:r>
            <a:r>
              <a:rPr lang="en-US" altLang="zh-CN" sz="1600" dirty="0" err="1">
                <a:solidFill>
                  <a:schemeClr val="accent6"/>
                </a:solidFill>
              </a:rPr>
              <a:t>csv</a:t>
            </a:r>
            <a:r>
              <a:rPr lang="zh-CN" altLang="en-US" sz="1600" dirty="0">
                <a:solidFill>
                  <a:schemeClr val="accent6"/>
                </a:solidFill>
              </a:rPr>
              <a:t>文件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862946" y="2718018"/>
            <a:ext cx="3675404" cy="108990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44709" y="5400008"/>
            <a:ext cx="2920455" cy="12564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818157" y="5398840"/>
            <a:ext cx="2795520" cy="12576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5.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RNA-seq 数据分析案例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5.4 </a:t>
            </a:r>
            <a:r>
              <a:rPr lang="zh-CN"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差异表达可视化</a:t>
            </a:r>
            <a:endParaRPr lang="zh-CN"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112395" y="1710690"/>
            <a:ext cx="8696960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/>
                </a:solidFill>
              </a:rPr>
              <a:t>#volcano plot</a:t>
            </a:r>
            <a:r>
              <a:rPr lang="zh-CN" altLang="en-US" sz="1600" dirty="0">
                <a:solidFill>
                  <a:schemeClr val="accent6"/>
                </a:solidFill>
              </a:rPr>
              <a:t>火山图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setwd</a:t>
            </a:r>
            <a:r>
              <a:rPr lang="en-US" altLang="zh-CN" sz="1600" dirty="0"/>
              <a:t>("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F:/rnaseq/data</a:t>
            </a:r>
            <a:r>
              <a:rPr lang="en-US" altLang="zh-CN" sz="1600" dirty="0"/>
              <a:t>")</a:t>
            </a:r>
            <a:endParaRPr lang="en-US" altLang="zh-CN" sz="1600" dirty="0"/>
          </a:p>
          <a:p>
            <a:r>
              <a:rPr lang="en-US" altLang="zh-CN" sz="1600" dirty="0"/>
              <a:t>library(ggplot2)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 err="1"/>
              <a:t>volcano_data</a:t>
            </a:r>
            <a:r>
              <a:rPr lang="en-US" altLang="zh-CN" sz="1600" dirty="0"/>
              <a:t> &lt;- read.csv("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DESeq2_results_all.csv</a:t>
            </a:r>
            <a:r>
              <a:rPr lang="en-US" altLang="zh-CN" sz="1600" dirty="0"/>
              <a:t>", </a:t>
            </a:r>
            <a:r>
              <a:rPr lang="en-US" altLang="zh-CN" sz="1600" dirty="0" err="1"/>
              <a:t>row.names</a:t>
            </a:r>
            <a:r>
              <a:rPr lang="en-US" altLang="zh-CN" sz="1600" dirty="0"/>
              <a:t> = 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X</a:t>
            </a:r>
            <a:r>
              <a:rPr lang="en-US" altLang="zh-CN" sz="1600" dirty="0"/>
              <a:t>")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读入差异表达结果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volcano_data</a:t>
            </a:r>
            <a:r>
              <a:rPr lang="en-US" altLang="zh-CN" sz="1600" dirty="0"/>
              <a:t> &lt;- </a:t>
            </a:r>
            <a:r>
              <a:rPr lang="en-US" altLang="zh-CN" sz="1600" dirty="0" err="1"/>
              <a:t>na.omit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volcano_data</a:t>
            </a:r>
            <a:r>
              <a:rPr lang="en-US" altLang="zh-CN" sz="1600" dirty="0"/>
              <a:t>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删除含</a:t>
            </a:r>
            <a:r>
              <a:rPr lang="en-US" altLang="zh-CN" sz="1600" dirty="0">
                <a:solidFill>
                  <a:schemeClr val="accent6"/>
                </a:solidFill>
              </a:rPr>
              <a:t>NA</a:t>
            </a:r>
            <a:r>
              <a:rPr lang="zh-CN" altLang="en-US" sz="1600" dirty="0">
                <a:solidFill>
                  <a:schemeClr val="accent6"/>
                </a:solidFill>
              </a:rPr>
              <a:t>的行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/>
              <a:t>significant &lt;- </a:t>
            </a:r>
            <a:r>
              <a:rPr lang="en-US" altLang="zh-CN" sz="1600" dirty="0" err="1"/>
              <a:t>as.factor</a:t>
            </a:r>
            <a:r>
              <a:rPr lang="en-US" altLang="zh-CN" sz="1600" dirty="0"/>
              <a:t>(abs(volcano_data$log2FoldChange) &gt;=2 &amp; </a:t>
            </a:r>
            <a:r>
              <a:rPr lang="en-US" altLang="zh-CN" sz="1600" dirty="0" err="1"/>
              <a:t>volcano_data$padj</a:t>
            </a:r>
            <a:r>
              <a:rPr lang="en-US" altLang="zh-CN" sz="1600" dirty="0"/>
              <a:t> &lt;= 0.01)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设置显著性阈值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endParaRPr lang="zh-CN" altLang="en-US" sz="1600" dirty="0"/>
          </a:p>
          <a:p>
            <a:r>
              <a:rPr lang="en-US" altLang="zh-CN" sz="1600" dirty="0" err="1"/>
              <a:t>ggplot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volcano_data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aes</a:t>
            </a:r>
            <a:r>
              <a:rPr lang="en-US" altLang="zh-CN" sz="1600" dirty="0"/>
              <a:t>(x = log2FoldChange, y = - log10(</a:t>
            </a:r>
            <a:r>
              <a:rPr lang="en-US" altLang="zh-CN" sz="1600" dirty="0" err="1"/>
              <a:t>padj</a:t>
            </a:r>
            <a:r>
              <a:rPr lang="en-US" altLang="zh-CN" sz="1600" dirty="0"/>
              <a:t>))) + </a:t>
            </a:r>
            <a:r>
              <a:rPr lang="en-US" altLang="zh-CN" sz="1600" dirty="0" err="1"/>
              <a:t>geom_point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aes</a:t>
            </a:r>
            <a:r>
              <a:rPr lang="en-US" altLang="zh-CN" sz="1600" dirty="0"/>
              <a:t>(shape = significant, color = significant)) + </a:t>
            </a:r>
            <a:r>
              <a:rPr lang="en-US" altLang="zh-CN" sz="1600" dirty="0" err="1"/>
              <a:t>xlim</a:t>
            </a:r>
            <a:r>
              <a:rPr lang="en-US" altLang="zh-CN" sz="1600" dirty="0"/>
              <a:t>(c(-10, 10)) + labs(x = 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log2FoldChange</a:t>
            </a:r>
            <a:r>
              <a:rPr lang="en-US" altLang="zh-CN" sz="1600" dirty="0"/>
              <a:t>”, y = 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-log10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padj</a:t>
            </a:r>
            <a:r>
              <a:rPr lang="en-US" altLang="zh-CN" sz="1600" dirty="0"/>
              <a:t>”) + </a:t>
            </a:r>
            <a:r>
              <a:rPr lang="en-US" altLang="zh-CN" sz="1600" dirty="0" err="1"/>
              <a:t>scale_y_continuous</a:t>
            </a:r>
            <a:r>
              <a:rPr lang="en-US" altLang="zh-CN" sz="1600" dirty="0"/>
              <a:t>(limits = c(0, 20), expand = c(0, 0)) + </a:t>
            </a:r>
            <a:r>
              <a:rPr lang="en-US" altLang="zh-CN" sz="1600" dirty="0" err="1"/>
              <a:t>scale_shape_discrete</a:t>
            </a:r>
            <a:r>
              <a:rPr lang="en-US" altLang="zh-CN" sz="1600" dirty="0"/>
              <a:t>(labels =c (“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no</a:t>
            </a:r>
            <a:r>
              <a:rPr lang="en-US" altLang="zh-CN" sz="1600" dirty="0"/>
              <a:t>”, 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yes</a:t>
            </a:r>
            <a:r>
              <a:rPr lang="en-US" altLang="zh-CN" sz="1600" dirty="0"/>
              <a:t>”)) + </a:t>
            </a:r>
            <a:r>
              <a:rPr lang="en-US" altLang="zh-CN" sz="1600" dirty="0" err="1"/>
              <a:t>scale_color_discrete</a:t>
            </a:r>
            <a:r>
              <a:rPr lang="en-US" altLang="zh-CN" sz="1600" dirty="0"/>
              <a:t>(labels = c(“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no</a:t>
            </a:r>
            <a:r>
              <a:rPr lang="en-US" altLang="zh-CN" sz="1600" dirty="0"/>
              <a:t>”, 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yes</a:t>
            </a:r>
            <a:r>
              <a:rPr lang="en-US" altLang="zh-CN" sz="1600" dirty="0"/>
              <a:t>”)) </a:t>
            </a:r>
            <a:r>
              <a:rPr lang="en-US" altLang="zh-CN" sz="1600" dirty="0">
                <a:solidFill>
                  <a:schemeClr val="accent6"/>
                </a:solidFill>
              </a:rPr>
              <a:t>#ggplot2</a:t>
            </a:r>
            <a:r>
              <a:rPr lang="zh-CN" altLang="en-US" sz="1600" dirty="0">
                <a:solidFill>
                  <a:schemeClr val="accent6"/>
                </a:solidFill>
              </a:rPr>
              <a:t>命令</a:t>
            </a:r>
            <a:endParaRPr lang="en-US" altLang="zh-CN" sz="1600" dirty="0">
              <a:solidFill>
                <a:schemeClr val="accent6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370" y="982980"/>
            <a:ext cx="4455795" cy="2970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5.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RNA-seq 数据分析案例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5.5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聚类分析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303530" y="1471295"/>
            <a:ext cx="8840470" cy="476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en-US" altLang="zh-CN" sz="1600" dirty="0" err="1">
                <a:solidFill>
                  <a:schemeClr val="accent6"/>
                </a:solidFill>
              </a:rPr>
              <a:t>heatmap</a:t>
            </a:r>
            <a:r>
              <a:rPr lang="zh-CN" altLang="en-US" sz="1600" dirty="0">
                <a:solidFill>
                  <a:schemeClr val="accent6"/>
                </a:solidFill>
              </a:rPr>
              <a:t>聚类热图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setwd</a:t>
            </a:r>
            <a:r>
              <a:rPr lang="en-US" altLang="zh-CN" sz="1600" dirty="0"/>
              <a:t>("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F:/rnaseq/data</a:t>
            </a:r>
            <a:r>
              <a:rPr lang="en-US" altLang="zh-CN" sz="1600" dirty="0"/>
              <a:t>")</a:t>
            </a:r>
            <a:endParaRPr lang="en-US" altLang="zh-CN" sz="1600" dirty="0"/>
          </a:p>
          <a:p>
            <a:r>
              <a:rPr lang="en-US" altLang="zh-CN" sz="1600" dirty="0"/>
              <a:t>library(</a:t>
            </a:r>
            <a:r>
              <a:rPr lang="en-US" altLang="zh-CN" sz="1600" dirty="0" err="1"/>
              <a:t>pheatmap</a:t>
            </a:r>
            <a:r>
              <a:rPr lang="en-US" altLang="zh-CN" sz="1600" dirty="0"/>
              <a:t>)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 err="1"/>
              <a:t>deseq_results_significant</a:t>
            </a:r>
            <a:r>
              <a:rPr lang="en-US" altLang="zh-CN" sz="1600" dirty="0"/>
              <a:t> &lt;- read.csv("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DESeq2_results_significant.csv</a:t>
            </a:r>
            <a:r>
              <a:rPr lang="en-US" altLang="zh-CN" sz="1600" dirty="0"/>
              <a:t>", </a:t>
            </a:r>
            <a:r>
              <a:rPr lang="en-US" altLang="zh-CN" sz="1600" dirty="0" err="1"/>
              <a:t>row.names</a:t>
            </a:r>
            <a:r>
              <a:rPr lang="en-US" altLang="zh-CN" sz="1600" dirty="0"/>
              <a:t> = 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X</a:t>
            </a:r>
            <a:r>
              <a:rPr lang="en-US" altLang="zh-CN" sz="1600" dirty="0"/>
              <a:t>")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读入显著差异表达结果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significant_genes</a:t>
            </a:r>
            <a:r>
              <a:rPr lang="en-US" altLang="zh-CN" sz="1600" dirty="0"/>
              <a:t> &lt;- </a:t>
            </a:r>
            <a:r>
              <a:rPr lang="en-US" altLang="zh-CN" sz="1600" dirty="0" err="1"/>
              <a:t>rownames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deseq_results_significant</a:t>
            </a:r>
            <a:r>
              <a:rPr lang="en-US" altLang="zh-CN" sz="1600" dirty="0"/>
              <a:t>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提取显著差异基因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fpkm_gtf</a:t>
            </a:r>
            <a:r>
              <a:rPr lang="en-US" altLang="zh-CN" sz="1600" dirty="0"/>
              <a:t> &lt;- </a:t>
            </a:r>
            <a:r>
              <a:rPr lang="en-US" altLang="zh-CN" sz="1600" dirty="0" err="1"/>
              <a:t>read.table</a:t>
            </a:r>
            <a:r>
              <a:rPr lang="en-US" altLang="zh-CN" sz="1600" dirty="0"/>
              <a:t>("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fpkm.gtf</a:t>
            </a:r>
            <a:r>
              <a:rPr lang="en-US" altLang="zh-CN" sz="1600" dirty="0"/>
              <a:t>")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读入</a:t>
            </a:r>
            <a:r>
              <a:rPr lang="en-US" altLang="zh-CN" sz="1600" dirty="0">
                <a:solidFill>
                  <a:schemeClr val="accent6"/>
                </a:solidFill>
              </a:rPr>
              <a:t>FPKM</a:t>
            </a:r>
            <a:r>
              <a:rPr lang="zh-CN" altLang="en-US" sz="1600" dirty="0">
                <a:solidFill>
                  <a:schemeClr val="accent6"/>
                </a:solidFill>
              </a:rPr>
              <a:t>注释文件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fpkm_gtf</a:t>
            </a:r>
            <a:r>
              <a:rPr lang="en-US" altLang="zh-CN" sz="1600" dirty="0"/>
              <a:t> &lt;- </a:t>
            </a:r>
            <a:r>
              <a:rPr lang="en-US" altLang="zh-CN" sz="1600" dirty="0" err="1"/>
              <a:t>fpkm_gtf</a:t>
            </a:r>
            <a:r>
              <a:rPr lang="en-US" altLang="zh-CN" sz="1600" dirty="0"/>
              <a:t>[-which(fpkm_gtf$V2 == 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zh-CN" sz="1600" dirty="0"/>
              <a:t>" | fpkm_gtf$V2 == 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altLang="zh-CN" sz="1600" dirty="0"/>
              <a:t>"), ]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删除</a:t>
            </a:r>
            <a:r>
              <a:rPr lang="en-US" altLang="zh-CN" sz="1600" dirty="0">
                <a:solidFill>
                  <a:schemeClr val="accent6"/>
                </a:solidFill>
              </a:rPr>
              <a:t>Gene ID</a:t>
            </a:r>
            <a:r>
              <a:rPr lang="zh-CN" altLang="en-US" sz="1600" dirty="0">
                <a:solidFill>
                  <a:schemeClr val="accent6"/>
                </a:solidFill>
              </a:rPr>
              <a:t>未知的行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rownames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fpkm_gtf</a:t>
            </a:r>
            <a:r>
              <a:rPr lang="en-US" altLang="zh-CN" sz="1600" dirty="0"/>
              <a:t>) &lt;- fpkm_gtf$V2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将</a:t>
            </a:r>
            <a:r>
              <a:rPr lang="en-US" altLang="zh-CN" sz="1600" dirty="0">
                <a:solidFill>
                  <a:schemeClr val="accent6"/>
                </a:solidFill>
              </a:rPr>
              <a:t>Gene ID</a:t>
            </a:r>
            <a:r>
              <a:rPr lang="zh-CN" altLang="en-US" sz="1600" dirty="0">
                <a:solidFill>
                  <a:schemeClr val="accent6"/>
                </a:solidFill>
              </a:rPr>
              <a:t>设置为行名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fpkm_significant_genes</a:t>
            </a:r>
            <a:r>
              <a:rPr lang="en-US" altLang="zh-CN" sz="1600" dirty="0"/>
              <a:t> &lt;- </a:t>
            </a:r>
            <a:r>
              <a:rPr lang="en-US" altLang="zh-CN" sz="1600" dirty="0" err="1"/>
              <a:t>fpkm_gtf</a:t>
            </a:r>
            <a:r>
              <a:rPr lang="en-US" altLang="zh-CN" sz="1600" dirty="0"/>
              <a:t>[</a:t>
            </a:r>
            <a:r>
              <a:rPr lang="en-US" altLang="zh-CN" sz="1600" dirty="0" err="1"/>
              <a:t>significant_genes</a:t>
            </a:r>
            <a:r>
              <a:rPr lang="en-US" altLang="zh-CN" sz="1600" dirty="0"/>
              <a:t>, 9:12]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提取显著差异基因的</a:t>
            </a:r>
            <a:r>
              <a:rPr lang="en-US" altLang="zh-CN" sz="1600" dirty="0">
                <a:solidFill>
                  <a:schemeClr val="accent6"/>
                </a:solidFill>
              </a:rPr>
              <a:t>FPKM</a:t>
            </a:r>
            <a:r>
              <a:rPr lang="zh-CN" altLang="en-US" sz="1600" dirty="0">
                <a:solidFill>
                  <a:schemeClr val="accent6"/>
                </a:solidFill>
              </a:rPr>
              <a:t>值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colnames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fpkm_significant_genes</a:t>
            </a:r>
            <a:r>
              <a:rPr lang="en-US" altLang="zh-CN" sz="1600" dirty="0"/>
              <a:t>) &lt;- c("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SRR3418005</a:t>
            </a:r>
            <a:r>
              <a:rPr lang="en-US" altLang="zh-CN" sz="1600" dirty="0"/>
              <a:t>", 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SRR3418006</a:t>
            </a:r>
            <a:r>
              <a:rPr lang="en-US" altLang="zh-CN" sz="1600" dirty="0"/>
              <a:t>", 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SRR3418019</a:t>
            </a:r>
            <a:r>
              <a:rPr lang="en-US" altLang="zh-CN" sz="1600" dirty="0"/>
              <a:t>", "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SRR3418020</a:t>
            </a:r>
            <a:r>
              <a:rPr lang="en-US" altLang="zh-CN" sz="1600" dirty="0"/>
              <a:t>")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设置列名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fpkm_significant_genes</a:t>
            </a:r>
            <a:r>
              <a:rPr lang="en-US" altLang="zh-CN" sz="1600" dirty="0"/>
              <a:t> &lt;- </a:t>
            </a:r>
            <a:r>
              <a:rPr lang="en-US" altLang="zh-CN" sz="1600" dirty="0" err="1"/>
              <a:t>na.omit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fpkm_significant_genes</a:t>
            </a:r>
            <a:r>
              <a:rPr lang="en-US" altLang="zh-CN" sz="1600" dirty="0"/>
              <a:t>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删除含</a:t>
            </a:r>
            <a:r>
              <a:rPr lang="en-US" altLang="zh-CN" sz="1600" dirty="0">
                <a:solidFill>
                  <a:schemeClr val="accent6"/>
                </a:solidFill>
              </a:rPr>
              <a:t>NA</a:t>
            </a:r>
            <a:r>
              <a:rPr lang="zh-CN" altLang="en-US" sz="1600" dirty="0">
                <a:solidFill>
                  <a:schemeClr val="accent6"/>
                </a:solidFill>
              </a:rPr>
              <a:t>值的行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pheatmap</a:t>
            </a:r>
            <a:r>
              <a:rPr lang="en-US" altLang="zh-CN" sz="1600" dirty="0"/>
              <a:t>(log2(t(</a:t>
            </a:r>
            <a:r>
              <a:rPr lang="en-US" altLang="zh-CN" sz="1600" dirty="0" err="1"/>
              <a:t>fpkm_significant_genes</a:t>
            </a:r>
            <a:r>
              <a:rPr lang="en-US" altLang="zh-CN" sz="1600" dirty="0"/>
              <a:t> + 1)), </a:t>
            </a:r>
            <a:r>
              <a:rPr lang="en-US" altLang="zh-CN" sz="1600" dirty="0" err="1"/>
              <a:t>show_colnames</a:t>
            </a:r>
            <a:r>
              <a:rPr lang="en-US" altLang="zh-CN" sz="1600" dirty="0"/>
              <a:t> = FALSE)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所有差异基因热图</a:t>
            </a:r>
            <a:endParaRPr lang="zh-CN" altLang="en-US" sz="1600" dirty="0">
              <a:solidFill>
                <a:schemeClr val="accent6"/>
              </a:solidFill>
            </a:endParaRPr>
          </a:p>
          <a:p>
            <a:r>
              <a:rPr lang="en-US" altLang="zh-CN" sz="1600" dirty="0" err="1"/>
              <a:t>pheatmap</a:t>
            </a:r>
            <a:r>
              <a:rPr lang="en-US" altLang="zh-CN" sz="1600" dirty="0"/>
              <a:t>(log2(t(</a:t>
            </a:r>
            <a:r>
              <a:rPr lang="en-US" altLang="zh-CN" sz="1600" dirty="0" err="1"/>
              <a:t>fpkm_significant_genes</a:t>
            </a:r>
            <a:r>
              <a:rPr lang="en-US" altLang="zh-CN" sz="1600" dirty="0"/>
              <a:t>[1:30, ] + 1))) </a:t>
            </a:r>
            <a:r>
              <a:rPr lang="en-US" altLang="zh-CN" sz="1600" dirty="0">
                <a:solidFill>
                  <a:schemeClr val="accent6"/>
                </a:solidFill>
              </a:rPr>
              <a:t>#</a:t>
            </a:r>
            <a:r>
              <a:rPr lang="zh-CN" altLang="en-US" sz="1600" dirty="0">
                <a:solidFill>
                  <a:schemeClr val="accent6"/>
                </a:solidFill>
              </a:rPr>
              <a:t>差异基因</a:t>
            </a:r>
            <a:r>
              <a:rPr lang="en-US" altLang="zh-CN" sz="1600" dirty="0">
                <a:solidFill>
                  <a:schemeClr val="accent6"/>
                </a:solidFill>
              </a:rPr>
              <a:t>top30</a:t>
            </a:r>
            <a:r>
              <a:rPr lang="zh-CN" altLang="en-US" sz="1600" dirty="0">
                <a:solidFill>
                  <a:schemeClr val="accent6"/>
                </a:solidFill>
              </a:rPr>
              <a:t>热图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690" y="924560"/>
            <a:ext cx="5224780" cy="2505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5.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RNA-seq 数据分析案例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5.6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功能富集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graphicFrame>
        <p:nvGraphicFramePr>
          <p:cNvPr id="9" name="图示 8"/>
          <p:cNvGraphicFramePr/>
          <p:nvPr>
            <p:custDataLst>
              <p:tags r:id="rId1"/>
            </p:custDataLst>
          </p:nvPr>
        </p:nvGraphicFramePr>
        <p:xfrm>
          <a:off x="1033780" y="1781810"/>
          <a:ext cx="749554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5.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RNA-seq 数据分析案例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5.7 </a:t>
            </a:r>
            <a:r>
              <a:rPr sz="2800" b="1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MetaScape使用</a:t>
            </a:r>
            <a:endParaRPr sz="2800" b="1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r="39890"/>
          <a:stretch>
            <a:fillRect/>
          </a:stretch>
        </p:blipFill>
        <p:spPr>
          <a:xfrm>
            <a:off x="262057" y="1632037"/>
            <a:ext cx="2946656" cy="30554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00832" y="1632037"/>
            <a:ext cx="5322269" cy="4773582"/>
          </a:xfrm>
          <a:prstGeom prst="rect">
            <a:avLst/>
          </a:prstGeom>
        </p:spPr>
      </p:pic>
      <p:graphicFrame>
        <p:nvGraphicFramePr>
          <p:cNvPr id="11" name="图示 10"/>
          <p:cNvGraphicFramePr/>
          <p:nvPr>
            <p:custDataLst>
              <p:tags r:id="rId5"/>
            </p:custDataLst>
          </p:nvPr>
        </p:nvGraphicFramePr>
        <p:xfrm>
          <a:off x="506763" y="4687512"/>
          <a:ext cx="2457243" cy="1787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6.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503050405090304" pitchFamily="18" charset="0"/>
              </a:rPr>
              <a:t>思考总结</a:t>
            </a:r>
            <a:endParaRPr lang="zh-CN" altLang="en-US" sz="3200" dirty="0">
              <a:solidFill>
                <a:schemeClr val="bg1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9" name="图示 8"/>
          <p:cNvGraphicFramePr/>
          <p:nvPr>
            <p:custDataLst>
              <p:tags r:id="rId1"/>
            </p:custDataLst>
          </p:nvPr>
        </p:nvGraphicFramePr>
        <p:xfrm>
          <a:off x="1507375" y="162975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altLang="en-US" sz="3200" dirty="0">
                <a:solidFill>
                  <a:schemeClr val="bg1"/>
                </a:solidFill>
                <a:latin typeface="Heiti SC Medium" panose="02000000000000000000" charset="-122"/>
                <a:ea typeface="Heiti SC Medium" panose="02000000000000000000" charset="-122"/>
              </a:rPr>
              <a:t>实习课</a:t>
            </a:r>
            <a:endParaRPr lang="zh-CN" altLang="en-US" sz="3200" dirty="0">
              <a:solidFill>
                <a:schemeClr val="bg1"/>
              </a:solidFill>
              <a:latin typeface="Heiti SC Medium" panose="02000000000000000000" charset="-122"/>
              <a:ea typeface="Heiti SC Medium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53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下一次实习课动手</a:t>
            </a:r>
            <a:r>
              <a:rPr 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实践</a:t>
            </a:r>
            <a:endParaRPr lang="zh-CN"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RNA-seq analysis with Bioconductor</a:t>
            </a:r>
            <a:endParaRPr lang="en-US" altLang="zh-CN"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hlinkClick r:id="rId1" action="ppaction://hlinkfile"/>
              </a:rPr>
              <a:t>https://carpentries-incubator.github.io/bioc-rnaseq/aio.html </a:t>
            </a:r>
            <a:endParaRPr lang="en-US" altLang="zh-CN"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endParaRPr lang="en-US" altLang="zh-CN"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r>
              <a:rPr lang="zh-CN" altLang="en-US" sz="2800" b="1">
                <a:uFillTx/>
                <a:latin typeface="Times New Roman" panose="02020503050405090304" pitchFamily="18" charset="0"/>
                <a:ea typeface="宋体-简" panose="02010800040101010101" charset="-122"/>
                <a:sym typeface="+mn-ea"/>
              </a:rPr>
              <a:t>请同学们课后尽量提前阅读</a:t>
            </a:r>
            <a:endParaRPr lang="zh-CN" altLang="en-US"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endParaRPr lang="zh-CN" altLang="en-US"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r>
              <a:rPr lang="zh-CN" altLang="en-US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数据和文档</a:t>
            </a:r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：</a:t>
            </a:r>
            <a:endParaRPr lang="en-US" altLang="zh-CN"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hlinkClick r:id="rId2" tooltip=""/>
              </a:rPr>
              <a:t>http://pan.csu.edu.cn:80/link/5DE6BAA90B6F52692B805B762BEF2E8D</a:t>
            </a:r>
            <a:endParaRPr lang="en-US" altLang="zh-CN"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r>
              <a:rPr lang="zh-CN" altLang="en-US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有效期限：</a:t>
            </a:r>
            <a:r>
              <a:rPr lang="en-US" altLang="zh-CN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2026-07-01</a:t>
            </a:r>
            <a:endParaRPr lang="en-US" altLang="zh-CN"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r>
              <a:rPr lang="zh-CN" altLang="en-US"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或</a:t>
            </a:r>
            <a:endParaRPr lang="en-US" altLang="zh-CN"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  <a:p>
            <a:r>
              <a:rPr lang="en-US" altLang="zh-CN" sz="1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hlinkClick r:id="rId3" action="ppaction://hlinkfile"/>
              </a:rPr>
              <a:t>https://github.com/WangLabCSU/bioc-rnaseq/tree/main/episodes</a:t>
            </a:r>
            <a:r>
              <a:rPr lang="en-US" altLang="zh-CN" sz="1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 </a:t>
            </a:r>
            <a:endParaRPr lang="en-US" altLang="zh-CN" sz="1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sz="3200" dirty="0">
                <a:solidFill>
                  <a:schemeClr val="bg1"/>
                </a:solidFill>
                <a:latin typeface="Heiti SC Medium" panose="02000000000000000000" charset="-122"/>
                <a:ea typeface="Heiti SC Medium" panose="02000000000000000000" charset="-122"/>
              </a:rPr>
              <a:t>推荐阅读</a:t>
            </a:r>
            <a:endParaRPr sz="3200" dirty="0">
              <a:solidFill>
                <a:schemeClr val="bg1"/>
              </a:solidFill>
              <a:latin typeface="Heiti SC Medium" panose="02000000000000000000" charset="-122"/>
              <a:ea typeface="Heiti SC Medium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052830"/>
            <a:ext cx="708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</a:rPr>
              <a:t>生信Weekly</a:t>
            </a:r>
            <a:endParaRPr sz="2800" b="1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0190" y="1941195"/>
            <a:ext cx="3454400" cy="3479800"/>
          </a:xfrm>
          <a:prstGeom prst="rect">
            <a:avLst/>
          </a:prstGeom>
        </p:spPr>
      </p:pic>
      <p:pic>
        <p:nvPicPr>
          <p:cNvPr id="5" name="图片 4"/>
          <p:cNvPicPr/>
          <p:nvPr>
            <p:custDataLst>
              <p:tags r:id="rId3"/>
            </p:custDataLst>
          </p:nvPr>
        </p:nvPicPr>
        <p:blipFill>
          <a:blip r:embed="rId4"/>
        </p:blipFill>
        <p:spPr>
          <a:xfrm>
            <a:off x="3924300" y="869315"/>
            <a:ext cx="4946015" cy="5417185"/>
          </a:xfrm>
          <a:prstGeom prst="rect">
            <a:avLst/>
          </a:prstGeom>
        </p:spPr>
      </p:pic>
      <p:sp>
        <p:nvSpPr>
          <p:cNvPr id="17" name="Text Box 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52310" y="5421131"/>
            <a:ext cx="247459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Arial" panose="020B0604020202090204" pitchFamily="34" charset="0"/>
              </a:rPr>
              <a:t>第一期：生信是什么</a:t>
            </a:r>
            <a:endParaRPr lang="zh-CN" altLang="en-US" sz="2000" b="1" dirty="0">
              <a:solidFill>
                <a:srgbClr val="C00000"/>
              </a:solidFill>
              <a:latin typeface="Arial" panose="020B060402020209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83710" y="6367780"/>
            <a:ext cx="4151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可以邮件联系我获取电子书</a:t>
            </a:r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976" y="285728"/>
            <a:ext cx="7399020" cy="558800"/>
          </a:xfrm>
        </p:spPr>
        <p:txBody>
          <a:bodyPr/>
          <a:lstStyle/>
          <a:p>
            <a:pPr marL="0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sz="3200" dirty="0">
                <a:solidFill>
                  <a:schemeClr val="bg1"/>
                </a:solidFill>
                <a:latin typeface="Heiti SC Medium" panose="02000000000000000000" charset="-122"/>
                <a:ea typeface="Heiti SC Medium" panose="02000000000000000000" charset="-122"/>
              </a:rPr>
              <a:t>参考教材</a:t>
            </a:r>
            <a:endParaRPr sz="3200" dirty="0">
              <a:solidFill>
                <a:schemeClr val="bg1"/>
              </a:solidFill>
              <a:latin typeface="Heiti SC Medium" panose="02000000000000000000" charset="-122"/>
              <a:ea typeface="Heiti SC Medium" panose="02000000000000000000" charset="-122"/>
            </a:endParaRPr>
          </a:p>
        </p:txBody>
      </p:sp>
      <p:sp>
        <p:nvSpPr>
          <p:cNvPr id="10" name="内容占位符 2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388057" y="972248"/>
            <a:ext cx="2718033" cy="33366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提高学习兴趣</a:t>
            </a:r>
            <a:endParaRPr lang="en-US" altLang="zh-CN" dirty="0"/>
          </a:p>
          <a:p>
            <a:pPr marL="342900" indent="-342900" algn="l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扫一扫二维码</a:t>
            </a:r>
            <a:endParaRPr lang="en-US" altLang="zh-CN" dirty="0"/>
          </a:p>
          <a:p>
            <a:pPr marL="342900" indent="-342900" algn="l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做一做思考题</a:t>
            </a:r>
            <a:endParaRPr lang="en-US" altLang="zh-CN" dirty="0"/>
          </a:p>
          <a:p>
            <a:pPr marL="342900" indent="-342900" algn="l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练一练编程计算</a:t>
            </a:r>
            <a:endParaRPr lang="en-US" altLang="zh-CN" dirty="0"/>
          </a:p>
          <a:p>
            <a:pPr marL="342900" indent="-342900" algn="l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看一看实践视频</a:t>
            </a:r>
            <a:endParaRPr lang="en-US" altLang="zh-CN" dirty="0"/>
          </a:p>
          <a:p>
            <a:pPr marL="342900" indent="-342900" algn="l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读一读参考文献</a:t>
            </a:r>
            <a:endParaRPr lang="zh-CN" altLang="en-US" dirty="0"/>
          </a:p>
        </p:txBody>
      </p:sp>
      <p:pic>
        <p:nvPicPr>
          <p:cNvPr id="11" name="Picture 2" descr="第四版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211" y="1171549"/>
            <a:ext cx="2860659" cy="3963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生物信息学实验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566" y="1493999"/>
            <a:ext cx="2584434" cy="365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88280" y="5993566"/>
            <a:ext cx="7337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90204" pitchFamily="34" charset="0"/>
              </a:rPr>
              <a:t>致谢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90204" pitchFamily="34" charset="0"/>
              </a:rPr>
              <a:t>PPT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90204" pitchFamily="34" charset="0"/>
              </a:rPr>
              <a:t>贡献者：谌婷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90204" pitchFamily="34" charset="0"/>
              </a:rPr>
              <a:t>(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90204" pitchFamily="34" charset="0"/>
              </a:rPr>
              <a:t>中南大学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90204" pitchFamily="34" charset="0"/>
              </a:rPr>
              <a:t>)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90204" pitchFamily="34" charset="0"/>
              </a:rPr>
              <a:t>、冯聪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90204" pitchFamily="34" charset="0"/>
              </a:rPr>
              <a:t>(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90204" pitchFamily="34" charset="0"/>
              </a:rPr>
              <a:t>浙江大学</a:t>
            </a:r>
            <a:r>
              <a:rPr lang="en-US" altLang="zh-CN" sz="1800" b="1">
                <a:solidFill>
                  <a:srgbClr val="C00000"/>
                </a:solidFill>
                <a:latin typeface="Arial" panose="020B0604020202090204" pitchFamily="34" charset="0"/>
              </a:rPr>
              <a:t>) </a:t>
            </a:r>
            <a:r>
              <a:rPr lang="zh-CN" altLang="en-US" sz="1800" b="1">
                <a:solidFill>
                  <a:srgbClr val="C00000"/>
                </a:solidFill>
                <a:latin typeface="Arial" panose="020B0604020202090204" pitchFamily="34" charset="0"/>
              </a:rPr>
              <a:t>、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90204" pitchFamily="34" charset="0"/>
              </a:rPr>
              <a:t>胡跃明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90204" pitchFamily="34" charset="0"/>
              </a:rPr>
              <a:t>(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90204" pitchFamily="34" charset="0"/>
              </a:rPr>
              <a:t>浙江大学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90204" pitchFamily="34" charset="0"/>
              </a:rPr>
              <a:t>)</a:t>
            </a:r>
            <a:endParaRPr lang="en-US" altLang="zh-CN" sz="1800" b="1" dirty="0">
              <a:solidFill>
                <a:srgbClr val="C00000"/>
              </a:solidFill>
              <a:latin typeface="Arial" panose="020B0604020202090204" pitchFamily="34" charset="0"/>
            </a:endParaRPr>
          </a:p>
        </p:txBody>
      </p:sp>
      <p:sp>
        <p:nvSpPr>
          <p:cNvPr id="15" name="文本框 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07610" y="5712609"/>
            <a:ext cx="314587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1100" dirty="0"/>
              <a:t>http://bis.zju.edu.cn/binfo/textbook/</a:t>
            </a:r>
            <a:endParaRPr lang="zh-CN" altLang="en-US" sz="1100" dirty="0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30" y="4102309"/>
            <a:ext cx="1609899" cy="160989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WordArt 6"/>
          <p:cNvSpPr>
            <a:spLocks noTextEdit="1"/>
          </p:cNvSpPr>
          <p:nvPr/>
        </p:nvSpPr>
        <p:spPr>
          <a:xfrm>
            <a:off x="4120198" y="3320098"/>
            <a:ext cx="4589462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  <a:normAutofit/>
          </a:bodyPr>
          <a:lstStyle/>
          <a:p>
            <a:pPr algn="ctr"/>
            <a:r>
              <a:rPr lang="zh-CN" altLang="en-US" sz="2400" b="1">
                <a:ln w="28575" cap="flat" cmpd="sng">
                  <a:solidFill>
                    <a:srgbClr val="FFFFFF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0000CC"/>
                    </a:gs>
                    <a:gs pos="100000">
                      <a:srgbClr val="4F81BD"/>
                    </a:gs>
                  </a:gsLst>
                  <a:lin ang="0" scaled="1"/>
                  <a:tileRect/>
                </a:gradFill>
                <a:effectLst>
                  <a:outerShdw dist="71842" dir="2699999" algn="ctr" rotWithShape="0">
                    <a:srgbClr val="000000">
                      <a:alpha val="50000"/>
                    </a:srgbClr>
                  </a:outerShdw>
                </a:effectLst>
                <a:latin typeface="Times New Roman" panose="02020503050405090304" pitchFamily="18" charset="0"/>
                <a:ea typeface="Times New Roman" panose="02020503050405090304" pitchFamily="18" charset="0"/>
              </a:rPr>
              <a:t>Thank You!</a:t>
            </a:r>
            <a:endParaRPr lang="zh-CN" altLang="en-US" sz="2400" b="1"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gradFill rotWithShape="1">
                <a:gsLst>
                  <a:gs pos="0">
                    <a:srgbClr val="0000CC"/>
                  </a:gs>
                  <a:gs pos="100000">
                    <a:srgbClr val="4F81BD"/>
                  </a:gs>
                </a:gsLst>
                <a:lin ang="0" scaled="1"/>
                <a:tileRect/>
              </a:gradFill>
              <a:effectLst>
                <a:outerShdw dist="71842" dir="2699999" algn="ctr" rotWithShape="0">
                  <a:srgbClr val="000000">
                    <a:alpha val="50000"/>
                  </a:srgbClr>
                </a:outerShdw>
              </a:effectLst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COMMONDATA" val="eyJoZGlkIjoiZTQzYjZmNjZhZTU4NzQ4NDI2ZWJhMjAxMmQ2M2VmYz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Default Design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00000"/>
      </a:hlink>
      <a:folHlink>
        <a:srgbClr val="C00000"/>
      </a:folHlink>
    </a:clrScheme>
    <a:fontScheme name="Default Design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800000"/>
        </a:dk2>
        <a:lt2>
          <a:srgbClr val="333333"/>
        </a:lt2>
        <a:accent1>
          <a:srgbClr val="EB6743"/>
        </a:accent1>
        <a:accent2>
          <a:srgbClr val="D3A911"/>
        </a:accent2>
        <a:accent3>
          <a:srgbClr val="FFFFFF"/>
        </a:accent3>
        <a:accent4>
          <a:srgbClr val="000000"/>
        </a:accent4>
        <a:accent5>
          <a:srgbClr val="F3B8B0"/>
        </a:accent5>
        <a:accent6>
          <a:srgbClr val="BF990E"/>
        </a:accent6>
        <a:hlink>
          <a:srgbClr val="7B9B63"/>
        </a:hlink>
        <a:folHlink>
          <a:srgbClr val="38A3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2E507A"/>
        </a:dk2>
        <a:lt2>
          <a:srgbClr val="333333"/>
        </a:lt2>
        <a:accent1>
          <a:srgbClr val="5A90C2"/>
        </a:accent1>
        <a:accent2>
          <a:srgbClr val="8AC246"/>
        </a:accent2>
        <a:accent3>
          <a:srgbClr val="FFFFFF"/>
        </a:accent3>
        <a:accent4>
          <a:srgbClr val="000000"/>
        </a:accent4>
        <a:accent5>
          <a:srgbClr val="B5C6DD"/>
        </a:accent5>
        <a:accent6>
          <a:srgbClr val="7DB03F"/>
        </a:accent6>
        <a:hlink>
          <a:srgbClr val="F6831A"/>
        </a:hlink>
        <a:folHlink>
          <a:srgbClr val="EFC82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A82A9F"/>
        </a:dk2>
        <a:lt2>
          <a:srgbClr val="4D4D4D"/>
        </a:lt2>
        <a:accent1>
          <a:srgbClr val="12B4D4"/>
        </a:accent1>
        <a:accent2>
          <a:srgbClr val="F1C23D"/>
        </a:accent2>
        <a:accent3>
          <a:srgbClr val="FFFFFF"/>
        </a:accent3>
        <a:accent4>
          <a:srgbClr val="000000"/>
        </a:accent4>
        <a:accent5>
          <a:srgbClr val="AAD6E6"/>
        </a:accent5>
        <a:accent6>
          <a:srgbClr val="DAB036"/>
        </a:accent6>
        <a:hlink>
          <a:srgbClr val="8CA62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7871</Words>
  <Application>WPS 文字</Application>
  <PresentationFormat>全屏显示(4:3)</PresentationFormat>
  <Paragraphs>707</Paragraphs>
  <Slides>48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42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48</vt:i4>
      </vt:variant>
    </vt:vector>
  </HeadingPairs>
  <TitlesOfParts>
    <vt:vector size="92" baseType="lpstr">
      <vt:lpstr>Arial</vt:lpstr>
      <vt:lpstr>宋体</vt:lpstr>
      <vt:lpstr>Wingdings</vt:lpstr>
      <vt:lpstr>汉仪书宋二KW</vt:lpstr>
      <vt:lpstr>华文行楷</vt:lpstr>
      <vt:lpstr>行楷-简</vt:lpstr>
      <vt:lpstr>Verdana</vt:lpstr>
      <vt:lpstr>黑体</vt:lpstr>
      <vt:lpstr>Calibri</vt:lpstr>
      <vt:lpstr>-윤고딕140</vt:lpstr>
      <vt:lpstr>微软雅黑</vt:lpstr>
      <vt:lpstr>汉仪旗黑</vt:lpstr>
      <vt:lpstr>Times New Roman</vt:lpstr>
      <vt:lpstr>华文楷体</vt:lpstr>
      <vt:lpstr>汉仪中黑KW</vt:lpstr>
      <vt:lpstr>Arial Bold</vt:lpstr>
      <vt:lpstr>Times New Roman Regular</vt:lpstr>
      <vt:lpstr>Wingdings</vt:lpstr>
      <vt:lpstr>宋体-简</vt:lpstr>
      <vt:lpstr>Wingdings</vt:lpstr>
      <vt:lpstr>宋体</vt:lpstr>
      <vt:lpstr>宋体</vt:lpstr>
      <vt:lpstr>楷体</vt:lpstr>
      <vt:lpstr>Helvetica Neue</vt:lpstr>
      <vt:lpstr>Arial Unicode MS</vt:lpstr>
      <vt:lpstr>Symbol</vt:lpstr>
      <vt:lpstr>Kingsoft Sign</vt:lpstr>
      <vt:lpstr>等线</vt:lpstr>
      <vt:lpstr>汉仪中等线KW</vt:lpstr>
      <vt:lpstr>Calibri</vt:lpstr>
      <vt:lpstr>Arial Italic</vt:lpstr>
      <vt:lpstr>Cambria Math</vt:lpstr>
      <vt:lpstr>Heiti SC Medium</vt:lpstr>
      <vt:lpstr>Apple SD Gothic Neo</vt:lpstr>
      <vt:lpstr>汉仪楷体KW</vt:lpstr>
      <vt:lpstr>Kingsoft Math</vt:lpstr>
      <vt:lpstr>Symbol</vt:lpstr>
      <vt:lpstr>华文行楷</vt:lpstr>
      <vt:lpstr>微软雅黑</vt:lpstr>
      <vt:lpstr>楷体</vt:lpstr>
      <vt:lpstr>等线</vt:lpstr>
      <vt:lpstr>黑体</vt:lpstr>
      <vt:lpstr>Office 主题​​</vt:lpstr>
      <vt:lpstr>2_Default Design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核酸的结构和功能</dc:title>
  <dc:creator>王程</dc:creator>
  <cp:lastModifiedBy>王诗翔</cp:lastModifiedBy>
  <cp:revision>834</cp:revision>
  <dcterms:created xsi:type="dcterms:W3CDTF">2025-05-13T07:35:27Z</dcterms:created>
  <dcterms:modified xsi:type="dcterms:W3CDTF">2025-05-13T07:35:27Z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2052-7.3.1.8967</vt:lpwstr>
  </property>
  <property fmtid="{D5CDD505-2E9C-101B-9397-08002B2CF9AE}" pid="3" name="ICV">
    <vt:lpwstr>679CB53F5571477D9275217B5BB7D693_13</vt:lpwstr>
  </property>
</Properties>
</file>